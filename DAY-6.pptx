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handoutMasterIdLst>
    <p:handoutMasterId r:id="rId29"/>
  </p:handoutMasterIdLst>
  <p:sldIdLst>
    <p:sldId id="256" r:id="rId2"/>
    <p:sldId id="271" r:id="rId3"/>
    <p:sldId id="275" r:id="rId4"/>
    <p:sldId id="263" r:id="rId5"/>
    <p:sldId id="272" r:id="rId6"/>
    <p:sldId id="276" r:id="rId7"/>
    <p:sldId id="277" r:id="rId8"/>
    <p:sldId id="278" r:id="rId9"/>
    <p:sldId id="291" r:id="rId10"/>
    <p:sldId id="281" r:id="rId11"/>
    <p:sldId id="279" r:id="rId12"/>
    <p:sldId id="280" r:id="rId13"/>
    <p:sldId id="287" r:id="rId14"/>
    <p:sldId id="292" r:id="rId15"/>
    <p:sldId id="293" r:id="rId16"/>
    <p:sldId id="282" r:id="rId17"/>
    <p:sldId id="283" r:id="rId18"/>
    <p:sldId id="284" r:id="rId19"/>
    <p:sldId id="285" r:id="rId20"/>
    <p:sldId id="286" r:id="rId21"/>
    <p:sldId id="288" r:id="rId22"/>
    <p:sldId id="289" r:id="rId23"/>
    <p:sldId id="294" r:id="rId24"/>
    <p:sldId id="295" r:id="rId25"/>
    <p:sldId id="296" r:id="rId26"/>
    <p:sldId id="297" r:id="rId27"/>
    <p:sldId id="290" r:id="rId2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D4C916A6-A7CB-49A0-B5DE-E58CE8BE2769}">
          <p14:sldIdLst>
            <p14:sldId id="256"/>
            <p14:sldId id="271"/>
            <p14:sldId id="275"/>
            <p14:sldId id="263"/>
            <p14:sldId id="272"/>
            <p14:sldId id="276"/>
            <p14:sldId id="277"/>
            <p14:sldId id="278"/>
            <p14:sldId id="291"/>
            <p14:sldId id="281"/>
            <p14:sldId id="279"/>
            <p14:sldId id="280"/>
            <p14:sldId id="287"/>
            <p14:sldId id="292"/>
            <p14:sldId id="293"/>
            <p14:sldId id="282"/>
          </p14:sldIdLst>
        </p14:section>
        <p14:section name="Untitled Section" id="{DBFEFDD7-F4AB-401C-AB8C-2D1EBB250173}">
          <p14:sldIdLst>
            <p14:sldId id="283"/>
            <p14:sldId id="284"/>
            <p14:sldId id="285"/>
            <p14:sldId id="286"/>
            <p14:sldId id="288"/>
            <p14:sldId id="289"/>
            <p14:sldId id="294"/>
            <p14:sldId id="295"/>
            <p14:sldId id="296"/>
            <p14:sldId id="297"/>
            <p14:sldId id="290"/>
          </p14:sldIdLst>
        </p14:section>
      </p14:sectionLst>
    </p:ex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63A4F7"/>
    <a:srgbClr val="A20000"/>
    <a:srgbClr val="9900FF"/>
    <a:srgbClr val="004E9A"/>
    <a:srgbClr val="A759BF"/>
    <a:srgbClr val="30E846"/>
    <a:srgbClr val="7395D3"/>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7025" autoAdjust="0"/>
    <p:restoredTop sz="94660"/>
  </p:normalViewPr>
  <p:slideViewPr>
    <p:cSldViewPr snapToGrid="0">
      <p:cViewPr>
        <p:scale>
          <a:sx n="90" d="100"/>
          <a:sy n="90" d="100"/>
        </p:scale>
        <p:origin x="307" y="-144"/>
      </p:cViewPr>
      <p:guideLst/>
    </p:cSldViewPr>
  </p:slideViewPr>
  <p:notesTextViewPr>
    <p:cViewPr>
      <p:scale>
        <a:sx n="1" d="1"/>
        <a:sy n="1" d="1"/>
      </p:scale>
      <p:origin x="0" y="0"/>
    </p:cViewPr>
  </p:notesTextViewPr>
  <p:notesViewPr>
    <p:cSldViewPr snapToGrid="0">
      <p:cViewPr varScale="1">
        <p:scale>
          <a:sx n="66" d="100"/>
          <a:sy n="66" d="100"/>
        </p:scale>
        <p:origin x="3134" y="72"/>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handoutMaster" Target="handoutMasters/handout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presProps" Target="presProps.xml"/><Relationship Id="rId8" Type="http://schemas.openxmlformats.org/officeDocument/2006/relationships/slide" Target="slides/slide7.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2.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58C7CF46-16CC-4F1D-A73F-8028EA34CFCF}" type="datetimeFigureOut">
              <a:rPr lang="en-US" smtClean="0"/>
              <a:t>9/14/2025</a:t>
            </a:fld>
            <a:endParaRPr lang="en-US"/>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9E8728C0-9F1A-41C0-B0F4-4A5BAD055F3E}" type="slidenum">
              <a:rPr lang="en-US" smtClean="0"/>
              <a:t>‹#›</a:t>
            </a:fld>
            <a:endParaRPr lang="en-US"/>
          </a:p>
        </p:txBody>
      </p:sp>
    </p:spTree>
    <p:extLst>
      <p:ext uri="{BB962C8B-B14F-4D97-AF65-F5344CB8AC3E}">
        <p14:creationId xmlns:p14="http://schemas.microsoft.com/office/powerpoint/2010/main" val="4047685379"/>
      </p:ext>
    </p:extLst>
  </p:cSld>
  <p:clrMap bg1="lt1" tx1="dk1" bg2="lt2" tx2="dk2" accent1="accent1" accent2="accent2" accent3="accent3" accent4="accent4" accent5="accent5" accent6="accent6" hlink="hlink" folHlink="folHlink"/>
</p:handout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3EC9BB-7BA1-C2E2-08F7-E9B991E0A6E5}"/>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18436668-7E6B-DC74-A391-F759475A92B8}"/>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EED09445-4681-235F-45E1-C105829A1FA9}"/>
              </a:ext>
            </a:extLst>
          </p:cNvPr>
          <p:cNvSpPr>
            <a:spLocks noGrp="1"/>
          </p:cNvSpPr>
          <p:nvPr>
            <p:ph type="dt" sz="half" idx="10"/>
          </p:nvPr>
        </p:nvSpPr>
        <p:spPr/>
        <p:txBody>
          <a:bodyPr/>
          <a:lstStyle/>
          <a:p>
            <a:fld id="{C8F8A76F-738E-451C-9878-1764DCB73916}" type="datetimeFigureOut">
              <a:rPr lang="en-IN" smtClean="0"/>
              <a:t>14-09-2025</a:t>
            </a:fld>
            <a:endParaRPr lang="en-IN"/>
          </a:p>
        </p:txBody>
      </p:sp>
      <p:sp>
        <p:nvSpPr>
          <p:cNvPr id="5" name="Footer Placeholder 4">
            <a:extLst>
              <a:ext uri="{FF2B5EF4-FFF2-40B4-BE49-F238E27FC236}">
                <a16:creationId xmlns:a16="http://schemas.microsoft.com/office/drawing/2014/main" id="{71252DBE-CD34-3185-5065-65FDA17438D4}"/>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7334854E-A3EF-7A2E-ED83-9EB8AEE58BDF}"/>
              </a:ext>
            </a:extLst>
          </p:cNvPr>
          <p:cNvSpPr>
            <a:spLocks noGrp="1"/>
          </p:cNvSpPr>
          <p:nvPr>
            <p:ph type="sldNum" sz="quarter" idx="12"/>
          </p:nvPr>
        </p:nvSpPr>
        <p:spPr/>
        <p:txBody>
          <a:bodyPr/>
          <a:lstStyle/>
          <a:p>
            <a:fld id="{47810575-B76D-410D-B0EE-912553BDFF8A}" type="slidenum">
              <a:rPr lang="en-IN" smtClean="0"/>
              <a:t>‹#›</a:t>
            </a:fld>
            <a:endParaRPr lang="en-IN"/>
          </a:p>
        </p:txBody>
      </p:sp>
    </p:spTree>
    <p:extLst>
      <p:ext uri="{BB962C8B-B14F-4D97-AF65-F5344CB8AC3E}">
        <p14:creationId xmlns:p14="http://schemas.microsoft.com/office/powerpoint/2010/main" val="353453731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C920D1-0B0F-F6E3-3DDA-EA212E0D6E8B}"/>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E043441F-6702-1D94-E46C-BF01704B2CB9}"/>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B2CB5B4E-076F-094B-AC7C-E9977965E01B}"/>
              </a:ext>
            </a:extLst>
          </p:cNvPr>
          <p:cNvSpPr>
            <a:spLocks noGrp="1"/>
          </p:cNvSpPr>
          <p:nvPr>
            <p:ph type="dt" sz="half" idx="10"/>
          </p:nvPr>
        </p:nvSpPr>
        <p:spPr/>
        <p:txBody>
          <a:bodyPr/>
          <a:lstStyle/>
          <a:p>
            <a:fld id="{C8F8A76F-738E-451C-9878-1764DCB73916}" type="datetimeFigureOut">
              <a:rPr lang="en-IN" smtClean="0"/>
              <a:t>14-09-2025</a:t>
            </a:fld>
            <a:endParaRPr lang="en-IN"/>
          </a:p>
        </p:txBody>
      </p:sp>
      <p:sp>
        <p:nvSpPr>
          <p:cNvPr id="5" name="Footer Placeholder 4">
            <a:extLst>
              <a:ext uri="{FF2B5EF4-FFF2-40B4-BE49-F238E27FC236}">
                <a16:creationId xmlns:a16="http://schemas.microsoft.com/office/drawing/2014/main" id="{97829E39-1CA3-2FC5-75A9-BC32DC89D5E0}"/>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C96D2C9E-B0AE-ECDC-AAF8-DA083D887CA6}"/>
              </a:ext>
            </a:extLst>
          </p:cNvPr>
          <p:cNvSpPr>
            <a:spLocks noGrp="1"/>
          </p:cNvSpPr>
          <p:nvPr>
            <p:ph type="sldNum" sz="quarter" idx="12"/>
          </p:nvPr>
        </p:nvSpPr>
        <p:spPr/>
        <p:txBody>
          <a:bodyPr/>
          <a:lstStyle/>
          <a:p>
            <a:fld id="{47810575-B76D-410D-B0EE-912553BDFF8A}" type="slidenum">
              <a:rPr lang="en-IN" smtClean="0"/>
              <a:t>‹#›</a:t>
            </a:fld>
            <a:endParaRPr lang="en-IN"/>
          </a:p>
        </p:txBody>
      </p:sp>
    </p:spTree>
    <p:extLst>
      <p:ext uri="{BB962C8B-B14F-4D97-AF65-F5344CB8AC3E}">
        <p14:creationId xmlns:p14="http://schemas.microsoft.com/office/powerpoint/2010/main" val="333347669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6F34C0-42B1-36F9-BA5D-35DFA09ACF72}"/>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98911016-1284-A9B6-6EB6-A7C85BB23F1B}"/>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1A24B462-7D5B-8397-F3F7-AB6CAB32B8A0}"/>
              </a:ext>
            </a:extLst>
          </p:cNvPr>
          <p:cNvSpPr>
            <a:spLocks noGrp="1"/>
          </p:cNvSpPr>
          <p:nvPr>
            <p:ph type="dt" sz="half" idx="10"/>
          </p:nvPr>
        </p:nvSpPr>
        <p:spPr/>
        <p:txBody>
          <a:bodyPr/>
          <a:lstStyle/>
          <a:p>
            <a:fld id="{C8F8A76F-738E-451C-9878-1764DCB73916}" type="datetimeFigureOut">
              <a:rPr lang="en-IN" smtClean="0"/>
              <a:t>14-09-2025</a:t>
            </a:fld>
            <a:endParaRPr lang="en-IN"/>
          </a:p>
        </p:txBody>
      </p:sp>
      <p:sp>
        <p:nvSpPr>
          <p:cNvPr id="5" name="Footer Placeholder 4">
            <a:extLst>
              <a:ext uri="{FF2B5EF4-FFF2-40B4-BE49-F238E27FC236}">
                <a16:creationId xmlns:a16="http://schemas.microsoft.com/office/drawing/2014/main" id="{18447A9A-9AB1-AC4C-0A36-2F0972A75E08}"/>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7E0F2101-B3BE-693A-DF52-921E27B27FC8}"/>
              </a:ext>
            </a:extLst>
          </p:cNvPr>
          <p:cNvSpPr>
            <a:spLocks noGrp="1"/>
          </p:cNvSpPr>
          <p:nvPr>
            <p:ph type="sldNum" sz="quarter" idx="12"/>
          </p:nvPr>
        </p:nvSpPr>
        <p:spPr/>
        <p:txBody>
          <a:bodyPr/>
          <a:lstStyle/>
          <a:p>
            <a:fld id="{47810575-B76D-410D-B0EE-912553BDFF8A}" type="slidenum">
              <a:rPr lang="en-IN" smtClean="0"/>
              <a:t>‹#›</a:t>
            </a:fld>
            <a:endParaRPr lang="en-IN"/>
          </a:p>
        </p:txBody>
      </p:sp>
    </p:spTree>
    <p:extLst>
      <p:ext uri="{BB962C8B-B14F-4D97-AF65-F5344CB8AC3E}">
        <p14:creationId xmlns:p14="http://schemas.microsoft.com/office/powerpoint/2010/main" val="361772969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687F7F-FA47-D945-3E4E-1647F026D27E}"/>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6FD43026-CD98-71A7-D58D-8E5E519C7CC9}"/>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21890915-8F50-CF9C-C529-63631D51C758}"/>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7C54CE4B-FF34-DE0D-D63F-49EAF3EBFB96}"/>
              </a:ext>
            </a:extLst>
          </p:cNvPr>
          <p:cNvSpPr>
            <a:spLocks noGrp="1"/>
          </p:cNvSpPr>
          <p:nvPr>
            <p:ph type="dt" sz="half" idx="10"/>
          </p:nvPr>
        </p:nvSpPr>
        <p:spPr/>
        <p:txBody>
          <a:bodyPr/>
          <a:lstStyle/>
          <a:p>
            <a:fld id="{C8F8A76F-738E-451C-9878-1764DCB73916}" type="datetimeFigureOut">
              <a:rPr lang="en-IN" smtClean="0"/>
              <a:t>14-09-2025</a:t>
            </a:fld>
            <a:endParaRPr lang="en-IN"/>
          </a:p>
        </p:txBody>
      </p:sp>
      <p:sp>
        <p:nvSpPr>
          <p:cNvPr id="6" name="Footer Placeholder 5">
            <a:extLst>
              <a:ext uri="{FF2B5EF4-FFF2-40B4-BE49-F238E27FC236}">
                <a16:creationId xmlns:a16="http://schemas.microsoft.com/office/drawing/2014/main" id="{82E21FAC-BE6A-7966-DD15-4AF0F6DD5174}"/>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98A4FFD5-95D3-2099-3692-E2AAF3708A04}"/>
              </a:ext>
            </a:extLst>
          </p:cNvPr>
          <p:cNvSpPr>
            <a:spLocks noGrp="1"/>
          </p:cNvSpPr>
          <p:nvPr>
            <p:ph type="sldNum" sz="quarter" idx="12"/>
          </p:nvPr>
        </p:nvSpPr>
        <p:spPr/>
        <p:txBody>
          <a:bodyPr/>
          <a:lstStyle/>
          <a:p>
            <a:fld id="{47810575-B76D-410D-B0EE-912553BDFF8A}" type="slidenum">
              <a:rPr lang="en-IN" smtClean="0"/>
              <a:t>‹#›</a:t>
            </a:fld>
            <a:endParaRPr lang="en-IN"/>
          </a:p>
        </p:txBody>
      </p:sp>
    </p:spTree>
    <p:extLst>
      <p:ext uri="{BB962C8B-B14F-4D97-AF65-F5344CB8AC3E}">
        <p14:creationId xmlns:p14="http://schemas.microsoft.com/office/powerpoint/2010/main" val="273650422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24F08C-D868-D813-9FA5-99364AF583A0}"/>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8E19F069-3BDF-7E6F-8810-AEFA80550265}"/>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23F93DF2-B4DB-CB38-CAE7-65CF0DE681AE}"/>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0D1A8943-83BF-368A-63DD-A7A39D7AB444}"/>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F09CAB61-577F-B1C6-F94E-EFB414AAD335}"/>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0341FA1C-2508-8A02-28A6-C7E647D86C2B}"/>
              </a:ext>
            </a:extLst>
          </p:cNvPr>
          <p:cNvSpPr>
            <a:spLocks noGrp="1"/>
          </p:cNvSpPr>
          <p:nvPr>
            <p:ph type="dt" sz="half" idx="10"/>
          </p:nvPr>
        </p:nvSpPr>
        <p:spPr/>
        <p:txBody>
          <a:bodyPr/>
          <a:lstStyle/>
          <a:p>
            <a:fld id="{C8F8A76F-738E-451C-9878-1764DCB73916}" type="datetimeFigureOut">
              <a:rPr lang="en-IN" smtClean="0"/>
              <a:t>14-09-2025</a:t>
            </a:fld>
            <a:endParaRPr lang="en-IN"/>
          </a:p>
        </p:txBody>
      </p:sp>
      <p:sp>
        <p:nvSpPr>
          <p:cNvPr id="8" name="Footer Placeholder 7">
            <a:extLst>
              <a:ext uri="{FF2B5EF4-FFF2-40B4-BE49-F238E27FC236}">
                <a16:creationId xmlns:a16="http://schemas.microsoft.com/office/drawing/2014/main" id="{76FDBE76-E504-21EE-6BC0-89A28578E53B}"/>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43161F1C-3E93-5D39-B1D6-7DACA9E8D374}"/>
              </a:ext>
            </a:extLst>
          </p:cNvPr>
          <p:cNvSpPr>
            <a:spLocks noGrp="1"/>
          </p:cNvSpPr>
          <p:nvPr>
            <p:ph type="sldNum" sz="quarter" idx="12"/>
          </p:nvPr>
        </p:nvSpPr>
        <p:spPr/>
        <p:txBody>
          <a:bodyPr/>
          <a:lstStyle/>
          <a:p>
            <a:fld id="{47810575-B76D-410D-B0EE-912553BDFF8A}" type="slidenum">
              <a:rPr lang="en-IN" smtClean="0"/>
              <a:t>‹#›</a:t>
            </a:fld>
            <a:endParaRPr lang="en-IN"/>
          </a:p>
        </p:txBody>
      </p:sp>
    </p:spTree>
    <p:extLst>
      <p:ext uri="{BB962C8B-B14F-4D97-AF65-F5344CB8AC3E}">
        <p14:creationId xmlns:p14="http://schemas.microsoft.com/office/powerpoint/2010/main" val="81144188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0527E5-0F49-EAED-6AA1-E062137FE882}"/>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BBA888CF-FF6F-E546-4565-9EDD0C0BDD37}"/>
              </a:ext>
            </a:extLst>
          </p:cNvPr>
          <p:cNvSpPr>
            <a:spLocks noGrp="1"/>
          </p:cNvSpPr>
          <p:nvPr>
            <p:ph type="dt" sz="half" idx="10"/>
          </p:nvPr>
        </p:nvSpPr>
        <p:spPr/>
        <p:txBody>
          <a:bodyPr/>
          <a:lstStyle/>
          <a:p>
            <a:fld id="{C8F8A76F-738E-451C-9878-1764DCB73916}" type="datetimeFigureOut">
              <a:rPr lang="en-IN" smtClean="0"/>
              <a:t>14-09-2025</a:t>
            </a:fld>
            <a:endParaRPr lang="en-IN"/>
          </a:p>
        </p:txBody>
      </p:sp>
      <p:sp>
        <p:nvSpPr>
          <p:cNvPr id="4" name="Footer Placeholder 3">
            <a:extLst>
              <a:ext uri="{FF2B5EF4-FFF2-40B4-BE49-F238E27FC236}">
                <a16:creationId xmlns:a16="http://schemas.microsoft.com/office/drawing/2014/main" id="{F7564864-3FC1-28F6-A7B2-5407FFB9124F}"/>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9FA13137-FBC7-2E48-A795-3CF48DCFA49A}"/>
              </a:ext>
            </a:extLst>
          </p:cNvPr>
          <p:cNvSpPr>
            <a:spLocks noGrp="1"/>
          </p:cNvSpPr>
          <p:nvPr>
            <p:ph type="sldNum" sz="quarter" idx="12"/>
          </p:nvPr>
        </p:nvSpPr>
        <p:spPr/>
        <p:txBody>
          <a:bodyPr/>
          <a:lstStyle/>
          <a:p>
            <a:fld id="{47810575-B76D-410D-B0EE-912553BDFF8A}" type="slidenum">
              <a:rPr lang="en-IN" smtClean="0"/>
              <a:t>‹#›</a:t>
            </a:fld>
            <a:endParaRPr lang="en-IN"/>
          </a:p>
        </p:txBody>
      </p:sp>
    </p:spTree>
    <p:extLst>
      <p:ext uri="{BB962C8B-B14F-4D97-AF65-F5344CB8AC3E}">
        <p14:creationId xmlns:p14="http://schemas.microsoft.com/office/powerpoint/2010/main" val="195488093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0C87730-5055-C93F-70D0-FB7BAC676E47}"/>
              </a:ext>
            </a:extLst>
          </p:cNvPr>
          <p:cNvSpPr>
            <a:spLocks noGrp="1"/>
          </p:cNvSpPr>
          <p:nvPr>
            <p:ph type="dt" sz="half" idx="10"/>
          </p:nvPr>
        </p:nvSpPr>
        <p:spPr/>
        <p:txBody>
          <a:bodyPr/>
          <a:lstStyle/>
          <a:p>
            <a:fld id="{C8F8A76F-738E-451C-9878-1764DCB73916}" type="datetimeFigureOut">
              <a:rPr lang="en-IN" smtClean="0"/>
              <a:t>14-09-2025</a:t>
            </a:fld>
            <a:endParaRPr lang="en-IN"/>
          </a:p>
        </p:txBody>
      </p:sp>
      <p:sp>
        <p:nvSpPr>
          <p:cNvPr id="3" name="Footer Placeholder 2">
            <a:extLst>
              <a:ext uri="{FF2B5EF4-FFF2-40B4-BE49-F238E27FC236}">
                <a16:creationId xmlns:a16="http://schemas.microsoft.com/office/drawing/2014/main" id="{6B96B2FF-4DED-365D-797B-DAE943500846}"/>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4761F098-9925-CB4E-C7C7-409AF1DF6447}"/>
              </a:ext>
            </a:extLst>
          </p:cNvPr>
          <p:cNvSpPr>
            <a:spLocks noGrp="1"/>
          </p:cNvSpPr>
          <p:nvPr>
            <p:ph type="sldNum" sz="quarter" idx="12"/>
          </p:nvPr>
        </p:nvSpPr>
        <p:spPr/>
        <p:txBody>
          <a:bodyPr/>
          <a:lstStyle/>
          <a:p>
            <a:fld id="{47810575-B76D-410D-B0EE-912553BDFF8A}" type="slidenum">
              <a:rPr lang="en-IN" smtClean="0"/>
              <a:t>‹#›</a:t>
            </a:fld>
            <a:endParaRPr lang="en-IN"/>
          </a:p>
        </p:txBody>
      </p:sp>
    </p:spTree>
    <p:extLst>
      <p:ext uri="{BB962C8B-B14F-4D97-AF65-F5344CB8AC3E}">
        <p14:creationId xmlns:p14="http://schemas.microsoft.com/office/powerpoint/2010/main" val="363344710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5B453C-0EE6-8C54-5C6E-CF74F1E0621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07D8E7A2-6947-3F6A-060E-C62150911707}"/>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17D8FE8B-E630-556C-112A-79F184EEBD1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B5CB0F9-3020-FDB9-063D-5E4F1595B5BB}"/>
              </a:ext>
            </a:extLst>
          </p:cNvPr>
          <p:cNvSpPr>
            <a:spLocks noGrp="1"/>
          </p:cNvSpPr>
          <p:nvPr>
            <p:ph type="dt" sz="half" idx="10"/>
          </p:nvPr>
        </p:nvSpPr>
        <p:spPr/>
        <p:txBody>
          <a:bodyPr/>
          <a:lstStyle/>
          <a:p>
            <a:fld id="{C8F8A76F-738E-451C-9878-1764DCB73916}" type="datetimeFigureOut">
              <a:rPr lang="en-IN" smtClean="0"/>
              <a:t>14-09-2025</a:t>
            </a:fld>
            <a:endParaRPr lang="en-IN"/>
          </a:p>
        </p:txBody>
      </p:sp>
      <p:sp>
        <p:nvSpPr>
          <p:cNvPr id="6" name="Footer Placeholder 5">
            <a:extLst>
              <a:ext uri="{FF2B5EF4-FFF2-40B4-BE49-F238E27FC236}">
                <a16:creationId xmlns:a16="http://schemas.microsoft.com/office/drawing/2014/main" id="{FB6AA1D1-9ED6-9D44-A9A4-E68891FA2CA9}"/>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11D9B8A0-62FC-FD8E-38B5-0E36D8ECD533}"/>
              </a:ext>
            </a:extLst>
          </p:cNvPr>
          <p:cNvSpPr>
            <a:spLocks noGrp="1"/>
          </p:cNvSpPr>
          <p:nvPr>
            <p:ph type="sldNum" sz="quarter" idx="12"/>
          </p:nvPr>
        </p:nvSpPr>
        <p:spPr/>
        <p:txBody>
          <a:bodyPr/>
          <a:lstStyle/>
          <a:p>
            <a:fld id="{47810575-B76D-410D-B0EE-912553BDFF8A}" type="slidenum">
              <a:rPr lang="en-IN" smtClean="0"/>
              <a:t>‹#›</a:t>
            </a:fld>
            <a:endParaRPr lang="en-IN"/>
          </a:p>
        </p:txBody>
      </p:sp>
    </p:spTree>
    <p:extLst>
      <p:ext uri="{BB962C8B-B14F-4D97-AF65-F5344CB8AC3E}">
        <p14:creationId xmlns:p14="http://schemas.microsoft.com/office/powerpoint/2010/main" val="197768384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51EF46-71F5-4259-8B4A-28C89C4729D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1ACB7237-AE50-D6E1-7C47-1F2B4FEBE0E5}"/>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4B90141B-92F0-61D8-A300-7FF5BA637EC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370085B-991A-87BF-8B80-331DFD8C3677}"/>
              </a:ext>
            </a:extLst>
          </p:cNvPr>
          <p:cNvSpPr>
            <a:spLocks noGrp="1"/>
          </p:cNvSpPr>
          <p:nvPr>
            <p:ph type="dt" sz="half" idx="10"/>
          </p:nvPr>
        </p:nvSpPr>
        <p:spPr/>
        <p:txBody>
          <a:bodyPr/>
          <a:lstStyle/>
          <a:p>
            <a:fld id="{C8F8A76F-738E-451C-9878-1764DCB73916}" type="datetimeFigureOut">
              <a:rPr lang="en-IN" smtClean="0"/>
              <a:t>14-09-2025</a:t>
            </a:fld>
            <a:endParaRPr lang="en-IN"/>
          </a:p>
        </p:txBody>
      </p:sp>
      <p:sp>
        <p:nvSpPr>
          <p:cNvPr id="6" name="Footer Placeholder 5">
            <a:extLst>
              <a:ext uri="{FF2B5EF4-FFF2-40B4-BE49-F238E27FC236}">
                <a16:creationId xmlns:a16="http://schemas.microsoft.com/office/drawing/2014/main" id="{503A0180-4E1A-49A4-2082-1C08774A1AA7}"/>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569FE352-B921-34FF-A840-5C1BE5D770CB}"/>
              </a:ext>
            </a:extLst>
          </p:cNvPr>
          <p:cNvSpPr>
            <a:spLocks noGrp="1"/>
          </p:cNvSpPr>
          <p:nvPr>
            <p:ph type="sldNum" sz="quarter" idx="12"/>
          </p:nvPr>
        </p:nvSpPr>
        <p:spPr/>
        <p:txBody>
          <a:bodyPr/>
          <a:lstStyle/>
          <a:p>
            <a:fld id="{47810575-B76D-410D-B0EE-912553BDFF8A}" type="slidenum">
              <a:rPr lang="en-IN" smtClean="0"/>
              <a:t>‹#›</a:t>
            </a:fld>
            <a:endParaRPr lang="en-IN"/>
          </a:p>
        </p:txBody>
      </p:sp>
    </p:spTree>
    <p:extLst>
      <p:ext uri="{BB962C8B-B14F-4D97-AF65-F5344CB8AC3E}">
        <p14:creationId xmlns:p14="http://schemas.microsoft.com/office/powerpoint/2010/main" val="177195924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EB4D31-1F6D-94E0-DC0E-8A176959DBA4}"/>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C1D6F6BB-C4F9-5B0D-624B-0128B7BC0D02}"/>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3C36219E-D177-7BE7-779E-A089C133E6FB}"/>
              </a:ext>
            </a:extLst>
          </p:cNvPr>
          <p:cNvSpPr>
            <a:spLocks noGrp="1"/>
          </p:cNvSpPr>
          <p:nvPr>
            <p:ph type="dt" sz="half" idx="10"/>
          </p:nvPr>
        </p:nvSpPr>
        <p:spPr/>
        <p:txBody>
          <a:bodyPr/>
          <a:lstStyle/>
          <a:p>
            <a:fld id="{C8F8A76F-738E-451C-9878-1764DCB73916}" type="datetimeFigureOut">
              <a:rPr lang="en-IN" smtClean="0"/>
              <a:t>14-09-2025</a:t>
            </a:fld>
            <a:endParaRPr lang="en-IN"/>
          </a:p>
        </p:txBody>
      </p:sp>
      <p:sp>
        <p:nvSpPr>
          <p:cNvPr id="5" name="Footer Placeholder 4">
            <a:extLst>
              <a:ext uri="{FF2B5EF4-FFF2-40B4-BE49-F238E27FC236}">
                <a16:creationId xmlns:a16="http://schemas.microsoft.com/office/drawing/2014/main" id="{20863ED0-2617-6415-558B-F83DA73E9844}"/>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2724391E-A42D-52F2-D084-EA19EABC07C9}"/>
              </a:ext>
            </a:extLst>
          </p:cNvPr>
          <p:cNvSpPr>
            <a:spLocks noGrp="1"/>
          </p:cNvSpPr>
          <p:nvPr>
            <p:ph type="sldNum" sz="quarter" idx="12"/>
          </p:nvPr>
        </p:nvSpPr>
        <p:spPr/>
        <p:txBody>
          <a:bodyPr/>
          <a:lstStyle/>
          <a:p>
            <a:fld id="{47810575-B76D-410D-B0EE-912553BDFF8A}" type="slidenum">
              <a:rPr lang="en-IN" smtClean="0"/>
              <a:t>‹#›</a:t>
            </a:fld>
            <a:endParaRPr lang="en-IN"/>
          </a:p>
        </p:txBody>
      </p:sp>
    </p:spTree>
    <p:extLst>
      <p:ext uri="{BB962C8B-B14F-4D97-AF65-F5344CB8AC3E}">
        <p14:creationId xmlns:p14="http://schemas.microsoft.com/office/powerpoint/2010/main" val="289223899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09BD4E9A-EFBA-5E17-BA7C-880B08AA53E9}"/>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455138F7-7E29-1476-BBA1-35E67FFF92F4}"/>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85CD1740-907C-9C60-A927-BBB8863F3092}"/>
              </a:ext>
            </a:extLst>
          </p:cNvPr>
          <p:cNvSpPr>
            <a:spLocks noGrp="1"/>
          </p:cNvSpPr>
          <p:nvPr>
            <p:ph type="dt" sz="half" idx="10"/>
          </p:nvPr>
        </p:nvSpPr>
        <p:spPr/>
        <p:txBody>
          <a:bodyPr/>
          <a:lstStyle/>
          <a:p>
            <a:fld id="{C8F8A76F-738E-451C-9878-1764DCB73916}" type="datetimeFigureOut">
              <a:rPr lang="en-IN" smtClean="0"/>
              <a:t>14-09-2025</a:t>
            </a:fld>
            <a:endParaRPr lang="en-IN"/>
          </a:p>
        </p:txBody>
      </p:sp>
      <p:sp>
        <p:nvSpPr>
          <p:cNvPr id="5" name="Footer Placeholder 4">
            <a:extLst>
              <a:ext uri="{FF2B5EF4-FFF2-40B4-BE49-F238E27FC236}">
                <a16:creationId xmlns:a16="http://schemas.microsoft.com/office/drawing/2014/main" id="{EEDBC604-782B-8F75-1E1B-12449A2D9570}"/>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E62D46A2-B09C-62D9-4245-A1A4AD0FE3B6}"/>
              </a:ext>
            </a:extLst>
          </p:cNvPr>
          <p:cNvSpPr>
            <a:spLocks noGrp="1"/>
          </p:cNvSpPr>
          <p:nvPr>
            <p:ph type="sldNum" sz="quarter" idx="12"/>
          </p:nvPr>
        </p:nvSpPr>
        <p:spPr/>
        <p:txBody>
          <a:bodyPr/>
          <a:lstStyle/>
          <a:p>
            <a:fld id="{47810575-B76D-410D-B0EE-912553BDFF8A}" type="slidenum">
              <a:rPr lang="en-IN" smtClean="0"/>
              <a:t>‹#›</a:t>
            </a:fld>
            <a:endParaRPr lang="en-IN"/>
          </a:p>
        </p:txBody>
      </p:sp>
    </p:spTree>
    <p:extLst>
      <p:ext uri="{BB962C8B-B14F-4D97-AF65-F5344CB8AC3E}">
        <p14:creationId xmlns:p14="http://schemas.microsoft.com/office/powerpoint/2010/main" val="277612546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96BE455-A1CD-FE9D-B8A5-D954D730D5B2}"/>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7EC522BB-DE7D-AB0E-5C19-8A10FA51B545}"/>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0D6D306B-D6EF-D315-5B96-D9CBD1128F4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8F8A76F-738E-451C-9878-1764DCB73916}" type="datetimeFigureOut">
              <a:rPr lang="en-IN" smtClean="0"/>
              <a:t>14-09-2025</a:t>
            </a:fld>
            <a:endParaRPr lang="en-IN"/>
          </a:p>
        </p:txBody>
      </p:sp>
      <p:sp>
        <p:nvSpPr>
          <p:cNvPr id="5" name="Footer Placeholder 4">
            <a:extLst>
              <a:ext uri="{FF2B5EF4-FFF2-40B4-BE49-F238E27FC236}">
                <a16:creationId xmlns:a16="http://schemas.microsoft.com/office/drawing/2014/main" id="{79B68471-0252-D0E3-ADE4-8F2F789D334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EBDED81A-A688-BA94-4929-BA8744D1A385}"/>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7810575-B76D-410D-B0EE-912553BDFF8A}" type="slidenum">
              <a:rPr lang="en-IN" smtClean="0"/>
              <a:t>‹#›</a:t>
            </a:fld>
            <a:endParaRPr lang="en-IN"/>
          </a:p>
        </p:txBody>
      </p:sp>
    </p:spTree>
    <p:extLst>
      <p:ext uri="{BB962C8B-B14F-4D97-AF65-F5344CB8AC3E}">
        <p14:creationId xmlns:p14="http://schemas.microsoft.com/office/powerpoint/2010/main" val="249977413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png"/><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png"/><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1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image" Target="../media/image5.png"/><Relationship Id="rId4" Type="http://schemas.openxmlformats.org/officeDocument/2006/relationships/image" Target="../media/image4.png"/></Relationships>
</file>

<file path=ppt/slides/_rels/slide1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image" Target="../media/image7.png"/><Relationship Id="rId4" Type="http://schemas.openxmlformats.org/officeDocument/2006/relationships/image" Target="../media/image6.png"/></Relationships>
</file>

<file path=ppt/slides/_rels/slide13.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8.png"/><Relationship Id="rId1" Type="http://schemas.openxmlformats.org/officeDocument/2006/relationships/slideLayout" Target="../slideLayouts/slideLayout7.xml"/><Relationship Id="rId4" Type="http://schemas.openxmlformats.org/officeDocument/2006/relationships/image" Target="../media/image2.jpeg"/></Relationships>
</file>

<file path=ppt/slides/_rels/slide16.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image" Target="../media/image10.png"/><Relationship Id="rId4" Type="http://schemas.openxmlformats.org/officeDocument/2006/relationships/image" Target="../media/image9.png"/></Relationships>
</file>

<file path=ppt/slides/_rels/slide23.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11.png"/></Relationships>
</file>

<file path=ppt/slides/_rels/slide2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D2A8753B-A6ED-4603-6DA6-38913673FE8E}"/>
              </a:ext>
            </a:extLst>
          </p:cNvPr>
          <p:cNvSpPr>
            <a:spLocks noGrp="1"/>
          </p:cNvSpPr>
          <p:nvPr>
            <p:ph type="subTitle" idx="1"/>
          </p:nvPr>
        </p:nvSpPr>
        <p:spPr/>
        <p:txBody>
          <a:bodyPr/>
          <a:lstStyle/>
          <a:p>
            <a:r>
              <a:rPr lang="en-US" dirty="0"/>
              <a:t> </a:t>
            </a:r>
            <a:endParaRPr lang="en-IN" dirty="0"/>
          </a:p>
        </p:txBody>
      </p:sp>
      <p:pic>
        <p:nvPicPr>
          <p:cNvPr id="8" name="Picture 7">
            <a:extLst>
              <a:ext uri="{FF2B5EF4-FFF2-40B4-BE49-F238E27FC236}">
                <a16:creationId xmlns:a16="http://schemas.microsoft.com/office/drawing/2014/main" id="{9A63C058-E925-9401-9D90-C8C212E3A98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292993" y="643255"/>
            <a:ext cx="9606013" cy="5571489"/>
          </a:xfrm>
          <a:prstGeom prst="rect">
            <a:avLst/>
          </a:prstGeom>
        </p:spPr>
      </p:pic>
    </p:spTree>
    <p:extLst>
      <p:ext uri="{BB962C8B-B14F-4D97-AF65-F5344CB8AC3E}">
        <p14:creationId xmlns:p14="http://schemas.microsoft.com/office/powerpoint/2010/main" val="526920070"/>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94ADADF2-74A8-E0F8-309F-DB818DA073E8}"/>
              </a:ext>
            </a:extLst>
          </p:cNvPr>
          <p:cNvSpPr/>
          <p:nvPr/>
        </p:nvSpPr>
        <p:spPr>
          <a:xfrm>
            <a:off x="2105025" y="1420006"/>
            <a:ext cx="7981950" cy="4343400"/>
          </a:xfrm>
          <a:prstGeom prst="rect">
            <a:avLst/>
          </a:prstGeom>
          <a:solidFill>
            <a:srgbClr val="7030A0">
              <a:alpha val="38000"/>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9600" dirty="0" smtClean="0">
                <a:solidFill>
                  <a:schemeClr val="tx1"/>
                </a:solidFill>
                <a:latin typeface="Book Antiqua" panose="02040602050305030304" pitchFamily="18" charset="0"/>
              </a:rPr>
              <a:t>DAY-5</a:t>
            </a:r>
            <a:endParaRPr lang="en-US" sz="9600" dirty="0">
              <a:solidFill>
                <a:schemeClr val="tx1"/>
              </a:solidFill>
              <a:latin typeface="Book Antiqua" panose="02040602050305030304" pitchFamily="18" charset="0"/>
            </a:endParaRPr>
          </a:p>
          <a:p>
            <a:pPr algn="ctr"/>
            <a:r>
              <a:rPr lang="en-US" sz="4800" dirty="0">
                <a:solidFill>
                  <a:schemeClr val="tx1"/>
                </a:solidFill>
                <a:latin typeface="Book Antiqua" panose="02040602050305030304" pitchFamily="18" charset="0"/>
              </a:rPr>
              <a:t>FULL-STACK JAVA</a:t>
            </a:r>
            <a:endParaRPr lang="en-IN" dirty="0">
              <a:solidFill>
                <a:schemeClr val="tx1"/>
              </a:solidFill>
              <a:latin typeface="Book Antiqua" panose="02040602050305030304" pitchFamily="18" charset="0"/>
            </a:endParaRPr>
          </a:p>
        </p:txBody>
      </p:sp>
      <p:pic>
        <p:nvPicPr>
          <p:cNvPr id="7" name="Picture 6">
            <a:extLst>
              <a:ext uri="{FF2B5EF4-FFF2-40B4-BE49-F238E27FC236}">
                <a16:creationId xmlns:a16="http://schemas.microsoft.com/office/drawing/2014/main" id="{91CCBEEE-2D5A-F405-1409-EFACDAE7859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058400" y="177722"/>
            <a:ext cx="2141868" cy="1242284"/>
          </a:xfrm>
          <a:prstGeom prst="rect">
            <a:avLst/>
          </a:prstGeom>
        </p:spPr>
      </p:pic>
      <p:pic>
        <p:nvPicPr>
          <p:cNvPr id="8" name="Picture 7">
            <a:extLst>
              <a:ext uri="{FF2B5EF4-FFF2-40B4-BE49-F238E27FC236}">
                <a16:creationId xmlns:a16="http://schemas.microsoft.com/office/drawing/2014/main" id="{584098B9-46C4-C877-80FA-B18B9D1231C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42899" y="63176"/>
            <a:ext cx="1442585" cy="1050516"/>
          </a:xfrm>
          <a:prstGeom prst="rect">
            <a:avLst/>
          </a:prstGeom>
        </p:spPr>
      </p:pic>
    </p:spTree>
    <p:extLst>
      <p:ext uri="{BB962C8B-B14F-4D97-AF65-F5344CB8AC3E}">
        <p14:creationId xmlns:p14="http://schemas.microsoft.com/office/powerpoint/2010/main" val="1519344121"/>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94ADADF2-74A8-E0F8-309F-DB818DA073E8}"/>
              </a:ext>
            </a:extLst>
          </p:cNvPr>
          <p:cNvSpPr/>
          <p:nvPr/>
        </p:nvSpPr>
        <p:spPr>
          <a:xfrm>
            <a:off x="1420016" y="1278119"/>
            <a:ext cx="8818614" cy="2334406"/>
          </a:xfrm>
          <a:prstGeom prst="rect">
            <a:avLst/>
          </a:prstGeom>
          <a:solidFill>
            <a:srgbClr val="63A4F7">
              <a:alpha val="38000"/>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600" dirty="0" smtClean="0">
                <a:solidFill>
                  <a:schemeClr val="tx1"/>
                </a:solidFill>
                <a:latin typeface="Baskerville Old Face" panose="02020602080505020303" pitchFamily="18" charset="0"/>
              </a:rPr>
              <a:t>Spring MVC Architecture and </a:t>
            </a:r>
            <a:r>
              <a:rPr lang="en-US" sz="3600" dirty="0" err="1" smtClean="0">
                <a:solidFill>
                  <a:schemeClr val="tx1"/>
                </a:solidFill>
                <a:latin typeface="Baskerville Old Face" panose="02020602080505020303" pitchFamily="18" charset="0"/>
              </a:rPr>
              <a:t>Thymeleaf</a:t>
            </a:r>
            <a:endParaRPr lang="en-IN" sz="3600" dirty="0">
              <a:solidFill>
                <a:schemeClr val="tx1"/>
              </a:solidFill>
              <a:latin typeface="Baskerville Old Face" panose="02020602080505020303" pitchFamily="18" charset="0"/>
            </a:endParaRPr>
          </a:p>
        </p:txBody>
      </p:sp>
      <p:pic>
        <p:nvPicPr>
          <p:cNvPr id="7" name="Picture 6">
            <a:extLst>
              <a:ext uri="{FF2B5EF4-FFF2-40B4-BE49-F238E27FC236}">
                <a16:creationId xmlns:a16="http://schemas.microsoft.com/office/drawing/2014/main" id="{91CCBEEE-2D5A-F405-1409-EFACDAE7859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058400" y="177722"/>
            <a:ext cx="2141868" cy="1242284"/>
          </a:xfrm>
          <a:prstGeom prst="rect">
            <a:avLst/>
          </a:prstGeom>
        </p:spPr>
      </p:pic>
      <p:pic>
        <p:nvPicPr>
          <p:cNvPr id="8" name="Picture 7">
            <a:extLst>
              <a:ext uri="{FF2B5EF4-FFF2-40B4-BE49-F238E27FC236}">
                <a16:creationId xmlns:a16="http://schemas.microsoft.com/office/drawing/2014/main" id="{584098B9-46C4-C877-80FA-B18B9D1231C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42899" y="63176"/>
            <a:ext cx="1442585" cy="1050516"/>
          </a:xfrm>
          <a:prstGeom prst="rect">
            <a:avLst/>
          </a:prstGeom>
        </p:spPr>
      </p:pic>
      <p:sp>
        <p:nvSpPr>
          <p:cNvPr id="2" name="TextBox 1">
            <a:extLst>
              <a:ext uri="{FF2B5EF4-FFF2-40B4-BE49-F238E27FC236}">
                <a16:creationId xmlns:a16="http://schemas.microsoft.com/office/drawing/2014/main" id="{A5221DED-AE81-B15E-FAC9-58EA1E24EF8C}"/>
              </a:ext>
            </a:extLst>
          </p:cNvPr>
          <p:cNvSpPr txBox="1"/>
          <p:nvPr/>
        </p:nvSpPr>
        <p:spPr>
          <a:xfrm>
            <a:off x="990300" y="4052530"/>
            <a:ext cx="10299614" cy="2677656"/>
          </a:xfrm>
          <a:prstGeom prst="rect">
            <a:avLst/>
          </a:prstGeom>
          <a:noFill/>
        </p:spPr>
        <p:txBody>
          <a:bodyPr wrap="none" rtlCol="0">
            <a:spAutoFit/>
          </a:bodyPr>
          <a:lstStyle/>
          <a:p>
            <a:r>
              <a:rPr lang="en-IN" sz="2800" dirty="0" smtClean="0">
                <a:latin typeface="Bookman Old Style" panose="02050604050505020204" pitchFamily="18" charset="0"/>
              </a:rPr>
              <a:t>Overview of MVC (Model – View – Controller) architecture.</a:t>
            </a:r>
          </a:p>
          <a:p>
            <a:r>
              <a:rPr lang="en-IN" sz="2800" dirty="0" smtClean="0">
                <a:latin typeface="Bookman Old Style" panose="02050604050505020204" pitchFamily="18" charset="0"/>
              </a:rPr>
              <a:t>Introduction to </a:t>
            </a:r>
            <a:r>
              <a:rPr lang="en-IN" sz="2800" dirty="0" err="1" smtClean="0">
                <a:latin typeface="Bookman Old Style" panose="02050604050505020204" pitchFamily="18" charset="0"/>
              </a:rPr>
              <a:t>Thymeleaf</a:t>
            </a:r>
            <a:r>
              <a:rPr lang="en-IN" sz="2800" dirty="0" smtClean="0">
                <a:latin typeface="Bookman Old Style" panose="02050604050505020204" pitchFamily="18" charset="0"/>
              </a:rPr>
              <a:t> </a:t>
            </a:r>
            <a:r>
              <a:rPr lang="en-IN" sz="2800" dirty="0" err="1" smtClean="0">
                <a:latin typeface="Bookman Old Style" panose="02050604050505020204" pitchFamily="18" charset="0"/>
              </a:rPr>
              <a:t>templating</a:t>
            </a:r>
            <a:r>
              <a:rPr lang="en-IN" sz="2800" dirty="0" smtClean="0">
                <a:latin typeface="Bookman Old Style" panose="02050604050505020204" pitchFamily="18" charset="0"/>
              </a:rPr>
              <a:t> engine.</a:t>
            </a:r>
          </a:p>
          <a:p>
            <a:r>
              <a:rPr lang="en-IN" sz="2800" dirty="0" smtClean="0">
                <a:latin typeface="Bookman Old Style" panose="02050604050505020204" pitchFamily="18" charset="0"/>
              </a:rPr>
              <a:t>Setting up </a:t>
            </a:r>
            <a:r>
              <a:rPr lang="en-IN" sz="2800" dirty="0" err="1" smtClean="0">
                <a:latin typeface="Bookman Old Style" panose="02050604050505020204" pitchFamily="18" charset="0"/>
              </a:rPr>
              <a:t>Thymeleaf</a:t>
            </a:r>
            <a:r>
              <a:rPr lang="en-IN" sz="2800" dirty="0" smtClean="0">
                <a:latin typeface="Bookman Old Style" panose="02050604050505020204" pitchFamily="18" charset="0"/>
              </a:rPr>
              <a:t> with spring boot.</a:t>
            </a:r>
          </a:p>
          <a:p>
            <a:r>
              <a:rPr lang="en-IN" sz="2800" dirty="0" smtClean="0">
                <a:latin typeface="Bookman Old Style" panose="02050604050505020204" pitchFamily="18" charset="0"/>
              </a:rPr>
              <a:t>Rendering dynamic content using </a:t>
            </a:r>
            <a:r>
              <a:rPr lang="en-IN" sz="2800" dirty="0" err="1" smtClean="0">
                <a:latin typeface="Bookman Old Style" panose="02050604050505020204" pitchFamily="18" charset="0"/>
              </a:rPr>
              <a:t>Thymeleaf</a:t>
            </a:r>
            <a:r>
              <a:rPr lang="en-IN" sz="2800" dirty="0" smtClean="0">
                <a:latin typeface="Bookman Old Style" panose="02050604050505020204" pitchFamily="18" charset="0"/>
              </a:rPr>
              <a:t>.</a:t>
            </a:r>
          </a:p>
          <a:p>
            <a:r>
              <a:rPr lang="en-IN" sz="2800" dirty="0" smtClean="0">
                <a:latin typeface="Bookman Old Style" panose="02050604050505020204" pitchFamily="18" charset="0"/>
              </a:rPr>
              <a:t>Handling forms and form validation with </a:t>
            </a:r>
            <a:r>
              <a:rPr lang="en-IN" sz="2800" dirty="0" err="1" smtClean="0">
                <a:latin typeface="Bookman Old Style" panose="02050604050505020204" pitchFamily="18" charset="0"/>
              </a:rPr>
              <a:t>Thymeleaf</a:t>
            </a:r>
            <a:r>
              <a:rPr lang="en-IN" sz="2800" dirty="0" smtClean="0">
                <a:latin typeface="Bookman Old Style" panose="02050604050505020204" pitchFamily="18" charset="0"/>
              </a:rPr>
              <a:t>.</a:t>
            </a:r>
          </a:p>
          <a:p>
            <a:r>
              <a:rPr lang="en-IN" sz="2800" dirty="0" smtClean="0">
                <a:latin typeface="Bookman Old Style" panose="02050604050505020204" pitchFamily="18" charset="0"/>
              </a:rPr>
              <a:t>Spring MVC integration with </a:t>
            </a:r>
            <a:r>
              <a:rPr lang="en-IN" sz="2800" dirty="0" err="1" smtClean="0">
                <a:latin typeface="Bookman Old Style" panose="02050604050505020204" pitchFamily="18" charset="0"/>
              </a:rPr>
              <a:t>Thymeleaf</a:t>
            </a:r>
            <a:endParaRPr lang="en-IN" sz="2800" dirty="0">
              <a:latin typeface="Bookman Old Style" panose="02050604050505020204" pitchFamily="18" charset="0"/>
            </a:endParaRPr>
          </a:p>
        </p:txBody>
      </p:sp>
    </p:spTree>
    <p:extLst>
      <p:ext uri="{BB962C8B-B14F-4D97-AF65-F5344CB8AC3E}">
        <p14:creationId xmlns:p14="http://schemas.microsoft.com/office/powerpoint/2010/main" val="1089628941"/>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CA17B3E7-0816-C9EA-10A3-7D6463FCF1B6}"/>
              </a:ext>
            </a:extLst>
          </p:cNvPr>
          <p:cNvSpPr/>
          <p:nvPr/>
        </p:nvSpPr>
        <p:spPr>
          <a:xfrm>
            <a:off x="2166938" y="0"/>
            <a:ext cx="7277100" cy="797671"/>
          </a:xfrm>
          <a:prstGeom prst="rect">
            <a:avLst/>
          </a:prstGeom>
          <a:solidFill>
            <a:srgbClr val="7395D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200" dirty="0" smtClean="0">
                <a:solidFill>
                  <a:schemeClr val="tx1"/>
                </a:solidFill>
                <a:latin typeface="Baskerville Old Face" panose="02020602080505020303" pitchFamily="18" charset="0"/>
              </a:rPr>
              <a:t>Spring Boot MVC</a:t>
            </a:r>
            <a:endParaRPr lang="en-IN" sz="3200" dirty="0">
              <a:latin typeface="Bookman Old Style" panose="02050604050505020204" pitchFamily="18" charset="0"/>
            </a:endParaRPr>
          </a:p>
        </p:txBody>
      </p:sp>
      <p:pic>
        <p:nvPicPr>
          <p:cNvPr id="8" name="Picture 7">
            <a:extLst>
              <a:ext uri="{FF2B5EF4-FFF2-40B4-BE49-F238E27FC236}">
                <a16:creationId xmlns:a16="http://schemas.microsoft.com/office/drawing/2014/main" id="{9521783E-C584-0B64-E266-16603B17D53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172702" y="0"/>
            <a:ext cx="1881186" cy="906871"/>
          </a:xfrm>
          <a:prstGeom prst="rect">
            <a:avLst/>
          </a:prstGeom>
        </p:spPr>
      </p:pic>
      <p:pic>
        <p:nvPicPr>
          <p:cNvPr id="12" name="Picture 11">
            <a:extLst>
              <a:ext uri="{FF2B5EF4-FFF2-40B4-BE49-F238E27FC236}">
                <a16:creationId xmlns:a16="http://schemas.microsoft.com/office/drawing/2014/main" id="{D80704AD-12EF-9FAD-D8CC-E8D6E9D8A14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42900" y="63176"/>
            <a:ext cx="1095374" cy="797671"/>
          </a:xfrm>
          <a:prstGeom prst="rect">
            <a:avLst/>
          </a:prstGeom>
        </p:spPr>
      </p:pic>
      <p:sp>
        <p:nvSpPr>
          <p:cNvPr id="13" name="TextBox 12">
            <a:extLst>
              <a:ext uri="{FF2B5EF4-FFF2-40B4-BE49-F238E27FC236}">
                <a16:creationId xmlns:a16="http://schemas.microsoft.com/office/drawing/2014/main" id="{03632241-DE4D-CE6B-25CB-D587DF2F8B29}"/>
              </a:ext>
            </a:extLst>
          </p:cNvPr>
          <p:cNvSpPr txBox="1"/>
          <p:nvPr/>
        </p:nvSpPr>
        <p:spPr>
          <a:xfrm>
            <a:off x="578017" y="1132935"/>
            <a:ext cx="11029950" cy="5293757"/>
          </a:xfrm>
          <a:prstGeom prst="rect">
            <a:avLst/>
          </a:prstGeom>
          <a:noFill/>
        </p:spPr>
        <p:txBody>
          <a:bodyPr wrap="square" rtlCol="0">
            <a:spAutoFit/>
          </a:bodyPr>
          <a:lstStyle/>
          <a:p>
            <a:r>
              <a:rPr lang="en-US" sz="2000" b="1" dirty="0" smtClean="0"/>
              <a:t>What is MVC?</a:t>
            </a:r>
          </a:p>
          <a:p>
            <a:r>
              <a:rPr lang="en-US" dirty="0"/>
              <a:t>The Spring Boot framework leverages the Model-View-Controller (MVC) architectural pattern to structure web applications, promoting a clear separation of concerns</a:t>
            </a:r>
            <a:r>
              <a:rPr lang="en-US" dirty="0" smtClean="0"/>
              <a:t>.</a:t>
            </a:r>
          </a:p>
          <a:p>
            <a:endParaRPr lang="en-US" sz="2000" dirty="0"/>
          </a:p>
          <a:p>
            <a:pPr fontAlgn="ctr"/>
            <a:r>
              <a:rPr lang="en-US" b="1" dirty="0"/>
              <a:t>1. Model:</a:t>
            </a:r>
          </a:p>
          <a:p>
            <a:r>
              <a:rPr lang="en-US" dirty="0"/>
              <a:t>The Model represents the application's data and business logic.</a:t>
            </a:r>
          </a:p>
          <a:p>
            <a:r>
              <a:rPr lang="en-US" dirty="0"/>
              <a:t>It interacts with the data source (e.g., database) to retrieve, store, and manipulate data.</a:t>
            </a:r>
          </a:p>
          <a:p>
            <a:r>
              <a:rPr lang="en-US" dirty="0"/>
              <a:t>In a Spring Boot application, this often involves entities, repositories (for data access), and service classes (for business logic</a:t>
            </a:r>
            <a:r>
              <a:rPr lang="en-US" dirty="0" smtClean="0"/>
              <a:t>).</a:t>
            </a:r>
          </a:p>
          <a:p>
            <a:pPr fontAlgn="ctr"/>
            <a:r>
              <a:rPr lang="en-US" b="1" dirty="0" smtClean="0"/>
              <a:t>2</a:t>
            </a:r>
            <a:r>
              <a:rPr lang="en-US" b="1" dirty="0"/>
              <a:t>. View:</a:t>
            </a:r>
          </a:p>
          <a:p>
            <a:r>
              <a:rPr lang="en-US" dirty="0"/>
              <a:t>The View is responsible for presenting the data to the user.</a:t>
            </a:r>
          </a:p>
          <a:p>
            <a:r>
              <a:rPr lang="en-US" dirty="0"/>
              <a:t>It renders the user interface based on the data provided by the Model.</a:t>
            </a:r>
          </a:p>
          <a:p>
            <a:r>
              <a:rPr lang="en-US" dirty="0"/>
              <a:t>Common view technologies in Spring Boot include </a:t>
            </a:r>
            <a:r>
              <a:rPr lang="en-US" dirty="0" err="1"/>
              <a:t>Thymeleaf</a:t>
            </a:r>
            <a:r>
              <a:rPr lang="en-US" dirty="0"/>
              <a:t>, JSP, or even returning JSON/XML for RESTful APIs.</a:t>
            </a:r>
          </a:p>
          <a:p>
            <a:endParaRPr lang="en-US" sz="2000" dirty="0" smtClean="0"/>
          </a:p>
          <a:p>
            <a:endParaRPr lang="en-US" sz="2000" dirty="0" smtClean="0"/>
          </a:p>
          <a:p>
            <a:endParaRPr lang="en-US" sz="2000" dirty="0" smtClean="0"/>
          </a:p>
          <a:p>
            <a:endParaRPr lang="en-US" sz="2000" dirty="0" smtClean="0"/>
          </a:p>
          <a:p>
            <a:endParaRPr lang="en-US" sz="2000" dirty="0" smtClean="0"/>
          </a:p>
        </p:txBody>
      </p:sp>
      <p:sp>
        <p:nvSpPr>
          <p:cNvPr id="15" name="Rectangle 10"/>
          <p:cNvSpPr>
            <a:spLocks noChangeArrowheads="1"/>
          </p:cNvSpPr>
          <p:nvPr/>
        </p:nvSpPr>
        <p:spPr bwMode="auto">
          <a:xfrm>
            <a:off x="618859" y="4911374"/>
            <a:ext cx="10699583" cy="1946626"/>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63480" rIns="0" bIns="12696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1" i="0" u="none" strike="noStrike" cap="none" normalizeH="0" baseline="0" dirty="0" smtClean="0">
                <a:ln>
                  <a:noFill/>
                </a:ln>
                <a:solidFill>
                  <a:srgbClr val="001D35"/>
                </a:solidFill>
                <a:effectLst/>
                <a:cs typeface="Arial" panose="020B0604020202020204" pitchFamily="34" charset="0"/>
              </a:rPr>
              <a:t>3. Controller:</a:t>
            </a:r>
            <a:endParaRPr kumimoji="0" lang="en-US" altLang="en-US" sz="1000" b="1" i="0" u="none" strike="noStrike" cap="none" normalizeH="0" baseline="0" dirty="0" smtClean="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b="0" i="0" u="none" strike="noStrike" cap="none" normalizeH="0" baseline="0" dirty="0" smtClean="0">
                <a:ln>
                  <a:noFill/>
                </a:ln>
                <a:solidFill>
                  <a:srgbClr val="001D35"/>
                </a:solidFill>
                <a:effectLst/>
                <a:latin typeface="Arial" panose="020B0604020202020204" pitchFamily="34" charset="0"/>
                <a:cs typeface="Arial" panose="020B0604020202020204" pitchFamily="34" charset="0"/>
              </a:rPr>
              <a:t>The Controller acts as an intermediary between the Model and the View.</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b="0" i="0" u="none" strike="noStrike" cap="none" normalizeH="0" baseline="0" dirty="0" smtClean="0">
                <a:ln>
                  <a:noFill/>
                </a:ln>
                <a:solidFill>
                  <a:srgbClr val="001D35"/>
                </a:solidFill>
                <a:effectLst/>
                <a:latin typeface="Arial" panose="020B0604020202020204" pitchFamily="34" charset="0"/>
                <a:cs typeface="Arial" panose="020B0604020202020204" pitchFamily="34" charset="0"/>
              </a:rPr>
              <a:t>It receives user requests, processes them, interacts with the Model to fetch or update data, and then selects the appropriate View to display the result.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b="0" i="0" u="none" strike="noStrike" cap="none" normalizeH="0" baseline="0" dirty="0" smtClean="0">
                <a:ln>
                  <a:noFill/>
                </a:ln>
                <a:solidFill>
                  <a:srgbClr val="001D35"/>
                </a:solidFill>
                <a:effectLst/>
                <a:latin typeface="Arial" panose="020B0604020202020204" pitchFamily="34" charset="0"/>
                <a:cs typeface="Arial" panose="020B0604020202020204" pitchFamily="34" charset="0"/>
              </a:rPr>
              <a:t>In Spring Boot, controllers are typically Java classes annotated with </a:t>
            </a:r>
            <a:r>
              <a:rPr kumimoji="0" lang="en-US" altLang="en-US" sz="1100" b="0" i="0" u="none" strike="noStrike" cap="none" normalizeH="0" baseline="0" dirty="0" smtClean="0">
                <a:ln>
                  <a:noFill/>
                </a:ln>
                <a:solidFill>
                  <a:srgbClr val="001D35"/>
                </a:solidFill>
                <a:effectLst/>
                <a:latin typeface="Courier New" panose="02070309020205020404" pitchFamily="49" charset="0"/>
                <a:cs typeface="Courier New" panose="02070309020205020404" pitchFamily="49" charset="0"/>
              </a:rPr>
              <a:t>@Controller</a:t>
            </a:r>
            <a:r>
              <a:rPr kumimoji="0" lang="en-US" altLang="en-US" sz="1600" b="0" i="0" u="none" strike="noStrike" cap="none" normalizeH="0" baseline="0" dirty="0" smtClean="0">
                <a:ln>
                  <a:noFill/>
                </a:ln>
                <a:solidFill>
                  <a:srgbClr val="001D35"/>
                </a:solidFill>
                <a:effectLst/>
                <a:latin typeface="Arial" panose="020B0604020202020204" pitchFamily="34" charset="0"/>
                <a:cs typeface="Arial" panose="020B0604020202020204" pitchFamily="34" charset="0"/>
              </a:rPr>
              <a:t> or </a:t>
            </a:r>
            <a:r>
              <a:rPr kumimoji="0" lang="en-US" altLang="en-US" sz="1100" b="0" i="0" u="none" strike="noStrike" cap="none" normalizeH="0" baseline="0" dirty="0" smtClean="0">
                <a:ln>
                  <a:noFill/>
                </a:ln>
                <a:solidFill>
                  <a:srgbClr val="001D35"/>
                </a:solidFill>
                <a:effectLst/>
                <a:latin typeface="Courier New" panose="02070309020205020404" pitchFamily="49" charset="0"/>
                <a:cs typeface="Courier New" panose="02070309020205020404" pitchFamily="49" charset="0"/>
              </a:rPr>
              <a:t>@</a:t>
            </a:r>
            <a:r>
              <a:rPr kumimoji="0" lang="en-US" altLang="en-US" sz="1100" b="0" i="0" u="none" strike="noStrike" cap="none" normalizeH="0" baseline="0" dirty="0" err="1" smtClean="0">
                <a:ln>
                  <a:noFill/>
                </a:ln>
                <a:solidFill>
                  <a:srgbClr val="001D35"/>
                </a:solidFill>
                <a:effectLst/>
                <a:latin typeface="Courier New" panose="02070309020205020404" pitchFamily="49" charset="0"/>
                <a:cs typeface="Courier New" panose="02070309020205020404" pitchFamily="49" charset="0"/>
              </a:rPr>
              <a:t>RestController</a:t>
            </a:r>
            <a:r>
              <a:rPr kumimoji="0" lang="en-US" altLang="en-US" sz="1600" b="0" i="0" u="none" strike="noStrike" cap="none" normalizeH="0" baseline="0" dirty="0" smtClean="0">
                <a:ln>
                  <a:noFill/>
                </a:ln>
                <a:solidFill>
                  <a:srgbClr val="001D35"/>
                </a:solidFill>
                <a:effectLst/>
                <a:latin typeface="Arial" panose="020B0604020202020204" pitchFamily="34" charset="0"/>
                <a:cs typeface="Arial" panose="020B0604020202020204" pitchFamily="34" charset="0"/>
              </a:rPr>
              <a:t> (for RESTful services).</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smtClean="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719420262"/>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9521783E-C584-0B64-E266-16603B17D53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172702" y="0"/>
            <a:ext cx="1881186" cy="906871"/>
          </a:xfrm>
          <a:prstGeom prst="rect">
            <a:avLst/>
          </a:prstGeom>
        </p:spPr>
      </p:pic>
      <p:pic>
        <p:nvPicPr>
          <p:cNvPr id="12" name="Picture 11">
            <a:extLst>
              <a:ext uri="{FF2B5EF4-FFF2-40B4-BE49-F238E27FC236}">
                <a16:creationId xmlns:a16="http://schemas.microsoft.com/office/drawing/2014/main" id="{D80704AD-12EF-9FAD-D8CC-E8D6E9D8A14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42900" y="63176"/>
            <a:ext cx="1095374" cy="797671"/>
          </a:xfrm>
          <a:prstGeom prst="rect">
            <a:avLst/>
          </a:prstGeom>
        </p:spPr>
      </p:pic>
      <p:sp>
        <p:nvSpPr>
          <p:cNvPr id="3" name="Rectangle 2">
            <a:extLst>
              <a:ext uri="{FF2B5EF4-FFF2-40B4-BE49-F238E27FC236}">
                <a16:creationId xmlns:a16="http://schemas.microsoft.com/office/drawing/2014/main" id="{092B9727-BA41-333F-B82C-D2F2016722A9}"/>
              </a:ext>
            </a:extLst>
          </p:cNvPr>
          <p:cNvSpPr/>
          <p:nvPr/>
        </p:nvSpPr>
        <p:spPr>
          <a:xfrm>
            <a:off x="2166938" y="0"/>
            <a:ext cx="7277100" cy="797671"/>
          </a:xfrm>
          <a:prstGeom prst="rect">
            <a:avLst/>
          </a:prstGeom>
          <a:solidFill>
            <a:srgbClr val="7395D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200" dirty="0" smtClean="0">
                <a:solidFill>
                  <a:schemeClr val="tx1"/>
                </a:solidFill>
                <a:latin typeface="Baskerville Old Face" panose="02020602080505020303" pitchFamily="18" charset="0"/>
              </a:rPr>
              <a:t>Spring Boot MVC Flow and Benefits</a:t>
            </a:r>
            <a:endParaRPr lang="en-IN" sz="3200" dirty="0">
              <a:latin typeface="Bookman Old Style" panose="02050604050505020204" pitchFamily="18" charset="0"/>
            </a:endParaRPr>
          </a:p>
        </p:txBody>
      </p:sp>
      <p:sp>
        <p:nvSpPr>
          <p:cNvPr id="2" name="Rectangle 1"/>
          <p:cNvSpPr/>
          <p:nvPr/>
        </p:nvSpPr>
        <p:spPr>
          <a:xfrm>
            <a:off x="443345" y="1274618"/>
            <a:ext cx="10695710" cy="923330"/>
          </a:xfrm>
          <a:prstGeom prst="rect">
            <a:avLst/>
          </a:prstGeom>
        </p:spPr>
        <p:txBody>
          <a:bodyPr wrap="square">
            <a:spAutoFit/>
          </a:bodyPr>
          <a:lstStyle/>
          <a:p>
            <a:r>
              <a:rPr lang="en-US" dirty="0">
                <a:solidFill>
                  <a:srgbClr val="001D35"/>
                </a:solidFill>
                <a:latin typeface="Arial" panose="020B0604020202020204" pitchFamily="34" charset="0"/>
              </a:rPr>
              <a:t>This structure ensures that </a:t>
            </a:r>
            <a:r>
              <a:rPr lang="en-US" dirty="0" smtClean="0">
                <a:solidFill>
                  <a:srgbClr val="001D35"/>
                </a:solidFill>
                <a:latin typeface="Arial" panose="020B0604020202020204" pitchFamily="34" charset="0"/>
              </a:rPr>
              <a:t>the presentation </a:t>
            </a:r>
            <a:r>
              <a:rPr lang="en-US" dirty="0">
                <a:solidFill>
                  <a:srgbClr val="001D35"/>
                </a:solidFill>
                <a:latin typeface="Arial" panose="020B0604020202020204" pitchFamily="34" charset="0"/>
              </a:rPr>
              <a:t>logic (View), </a:t>
            </a:r>
            <a:r>
              <a:rPr lang="en-US" dirty="0" smtClean="0">
                <a:solidFill>
                  <a:srgbClr val="001D35"/>
                </a:solidFill>
                <a:latin typeface="Arial" panose="020B0604020202020204" pitchFamily="34" charset="0"/>
              </a:rPr>
              <a:t>business </a:t>
            </a:r>
            <a:r>
              <a:rPr lang="en-US" dirty="0">
                <a:solidFill>
                  <a:srgbClr val="001D35"/>
                </a:solidFill>
                <a:latin typeface="Arial" panose="020B0604020202020204" pitchFamily="34" charset="0"/>
              </a:rPr>
              <a:t>logic (Model), </a:t>
            </a:r>
            <a:endParaRPr lang="en-US" dirty="0" smtClean="0">
              <a:solidFill>
                <a:srgbClr val="001D35"/>
              </a:solidFill>
              <a:latin typeface="Arial" panose="020B0604020202020204" pitchFamily="34" charset="0"/>
            </a:endParaRPr>
          </a:p>
          <a:p>
            <a:r>
              <a:rPr lang="en-US" dirty="0" smtClean="0">
                <a:solidFill>
                  <a:srgbClr val="001D35"/>
                </a:solidFill>
                <a:latin typeface="Arial" panose="020B0604020202020204" pitchFamily="34" charset="0"/>
              </a:rPr>
              <a:t>and </a:t>
            </a:r>
            <a:r>
              <a:rPr lang="en-US" dirty="0">
                <a:solidFill>
                  <a:srgbClr val="001D35"/>
                </a:solidFill>
                <a:latin typeface="Arial" panose="020B0604020202020204" pitchFamily="34" charset="0"/>
              </a:rPr>
              <a:t>request handling (Controller) are distinct, making the application more modular, maintainable, and scalable.</a:t>
            </a:r>
            <a:endParaRPr lang="en-US" dirty="0"/>
          </a:p>
        </p:txBody>
      </p:sp>
      <p:sp>
        <p:nvSpPr>
          <p:cNvPr id="4" name="Rectangle 3"/>
          <p:cNvSpPr/>
          <p:nvPr/>
        </p:nvSpPr>
        <p:spPr>
          <a:xfrm>
            <a:off x="342900" y="2330210"/>
            <a:ext cx="6096000" cy="2031325"/>
          </a:xfrm>
          <a:prstGeom prst="rect">
            <a:avLst/>
          </a:prstGeom>
        </p:spPr>
        <p:txBody>
          <a:bodyPr>
            <a:spAutoFit/>
          </a:bodyPr>
          <a:lstStyle/>
          <a:p>
            <a:r>
              <a:rPr lang="en-US" b="1" dirty="0">
                <a:solidFill>
                  <a:srgbClr val="242424"/>
                </a:solidFill>
                <a:latin typeface="sohne"/>
              </a:rPr>
              <a:t>Flow in MVC</a:t>
            </a:r>
          </a:p>
          <a:p>
            <a:pPr>
              <a:buFont typeface="+mj-lt"/>
              <a:buAutoNum type="arabicPeriod"/>
            </a:pPr>
            <a:r>
              <a:rPr lang="en-US" dirty="0">
                <a:solidFill>
                  <a:srgbClr val="242424"/>
                </a:solidFill>
                <a:latin typeface="source-serif-pro"/>
              </a:rPr>
              <a:t>User interacts with the View (e.g., submits a form)</a:t>
            </a:r>
          </a:p>
          <a:p>
            <a:pPr>
              <a:buFont typeface="+mj-lt"/>
              <a:buAutoNum type="arabicPeriod"/>
            </a:pPr>
            <a:r>
              <a:rPr lang="en-US" dirty="0">
                <a:solidFill>
                  <a:srgbClr val="242424"/>
                </a:solidFill>
                <a:latin typeface="source-serif-pro"/>
              </a:rPr>
              <a:t>Controller receives the user’s action</a:t>
            </a:r>
          </a:p>
          <a:p>
            <a:pPr>
              <a:buFont typeface="+mj-lt"/>
              <a:buAutoNum type="arabicPeriod"/>
            </a:pPr>
            <a:r>
              <a:rPr lang="en-US" dirty="0">
                <a:solidFill>
                  <a:srgbClr val="242424"/>
                </a:solidFill>
                <a:latin typeface="source-serif-pro"/>
              </a:rPr>
              <a:t>Controller interacts with the Model if necessary (e.g., to save data)</a:t>
            </a:r>
          </a:p>
          <a:p>
            <a:pPr>
              <a:buFont typeface="+mj-lt"/>
              <a:buAutoNum type="arabicPeriod"/>
            </a:pPr>
            <a:r>
              <a:rPr lang="en-US" dirty="0">
                <a:solidFill>
                  <a:srgbClr val="242424"/>
                </a:solidFill>
                <a:latin typeface="source-serif-pro"/>
              </a:rPr>
              <a:t>Controller selects and updates the appropriate View</a:t>
            </a:r>
          </a:p>
          <a:p>
            <a:pPr>
              <a:buFont typeface="+mj-lt"/>
              <a:buAutoNum type="arabicPeriod"/>
            </a:pPr>
            <a:r>
              <a:rPr lang="en-US" dirty="0">
                <a:solidFill>
                  <a:srgbClr val="242424"/>
                </a:solidFill>
                <a:latin typeface="source-serif-pro"/>
              </a:rPr>
              <a:t>Updated View is presented to the user</a:t>
            </a:r>
            <a:endParaRPr lang="en-US" b="0" i="0" dirty="0">
              <a:solidFill>
                <a:srgbClr val="242424"/>
              </a:solidFill>
              <a:effectLst/>
              <a:latin typeface="source-serif-pro"/>
            </a:endParaRPr>
          </a:p>
        </p:txBody>
      </p:sp>
      <p:sp>
        <p:nvSpPr>
          <p:cNvPr id="6" name="Rectangle 5"/>
          <p:cNvSpPr/>
          <p:nvPr/>
        </p:nvSpPr>
        <p:spPr>
          <a:xfrm>
            <a:off x="342900" y="4493797"/>
            <a:ext cx="10612582" cy="1754326"/>
          </a:xfrm>
          <a:prstGeom prst="rect">
            <a:avLst/>
          </a:prstGeom>
        </p:spPr>
        <p:txBody>
          <a:bodyPr wrap="square">
            <a:spAutoFit/>
          </a:bodyPr>
          <a:lstStyle/>
          <a:p>
            <a:r>
              <a:rPr lang="en-US" b="1" dirty="0">
                <a:solidFill>
                  <a:srgbClr val="242424"/>
                </a:solidFill>
                <a:latin typeface="sohne"/>
              </a:rPr>
              <a:t>Benefits of MVC</a:t>
            </a:r>
          </a:p>
          <a:p>
            <a:pPr>
              <a:buFont typeface="Arial" panose="020B0604020202020204" pitchFamily="34" charset="0"/>
              <a:buChar char="•"/>
            </a:pPr>
            <a:r>
              <a:rPr lang="en-US" dirty="0">
                <a:solidFill>
                  <a:srgbClr val="242424"/>
                </a:solidFill>
                <a:latin typeface="source-serif-pro"/>
              </a:rPr>
              <a:t>Separation of Concerns: Each component has a specific role, making the application easier to develop and maintain</a:t>
            </a:r>
          </a:p>
          <a:p>
            <a:pPr>
              <a:buFont typeface="Arial" panose="020B0604020202020204" pitchFamily="34" charset="0"/>
              <a:buChar char="•"/>
            </a:pPr>
            <a:r>
              <a:rPr lang="en-US" dirty="0">
                <a:solidFill>
                  <a:srgbClr val="242424"/>
                </a:solidFill>
                <a:latin typeface="source-serif-pro"/>
              </a:rPr>
              <a:t>Modularity: Components can be developed and tested independently</a:t>
            </a:r>
          </a:p>
          <a:p>
            <a:pPr>
              <a:buFont typeface="Arial" panose="020B0604020202020204" pitchFamily="34" charset="0"/>
              <a:buChar char="•"/>
            </a:pPr>
            <a:r>
              <a:rPr lang="en-US" dirty="0">
                <a:solidFill>
                  <a:srgbClr val="242424"/>
                </a:solidFill>
                <a:latin typeface="source-serif-pro"/>
              </a:rPr>
              <a:t>Flexibility: Easy to modify or replace individual components without affecting the entire system</a:t>
            </a:r>
          </a:p>
          <a:p>
            <a:pPr>
              <a:buFont typeface="Arial" panose="020B0604020202020204" pitchFamily="34" charset="0"/>
              <a:buChar char="•"/>
            </a:pPr>
            <a:r>
              <a:rPr lang="en-US" dirty="0">
                <a:solidFill>
                  <a:srgbClr val="242424"/>
                </a:solidFill>
                <a:latin typeface="source-serif-pro"/>
              </a:rPr>
              <a:t>Reusability: Models can be reused across different interfaces</a:t>
            </a:r>
            <a:endParaRPr lang="en-US" b="0" i="0" dirty="0">
              <a:solidFill>
                <a:srgbClr val="242424"/>
              </a:solidFill>
              <a:effectLst/>
              <a:latin typeface="source-serif-pro"/>
            </a:endParaRPr>
          </a:p>
        </p:txBody>
      </p:sp>
    </p:spTree>
    <p:extLst>
      <p:ext uri="{BB962C8B-B14F-4D97-AF65-F5344CB8AC3E}">
        <p14:creationId xmlns:p14="http://schemas.microsoft.com/office/powerpoint/2010/main" val="2308525692"/>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CA17B3E7-0816-C9EA-10A3-7D6463FCF1B6}"/>
              </a:ext>
            </a:extLst>
          </p:cNvPr>
          <p:cNvSpPr/>
          <p:nvPr/>
        </p:nvSpPr>
        <p:spPr>
          <a:xfrm>
            <a:off x="2166938" y="0"/>
            <a:ext cx="7277100" cy="797671"/>
          </a:xfrm>
          <a:prstGeom prst="rect">
            <a:avLst/>
          </a:prstGeom>
          <a:solidFill>
            <a:srgbClr val="7395D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200" dirty="0" smtClean="0">
                <a:solidFill>
                  <a:schemeClr val="tx1"/>
                </a:solidFill>
                <a:latin typeface="Baskerville Old Face" panose="02020602080505020303" pitchFamily="18" charset="0"/>
              </a:rPr>
              <a:t>MVC simplify implementation</a:t>
            </a:r>
            <a:endParaRPr lang="en-IN" sz="3200" dirty="0">
              <a:latin typeface="Bookman Old Style" panose="02050604050505020204" pitchFamily="18" charset="0"/>
            </a:endParaRPr>
          </a:p>
        </p:txBody>
      </p:sp>
      <p:pic>
        <p:nvPicPr>
          <p:cNvPr id="8" name="Picture 7">
            <a:extLst>
              <a:ext uri="{FF2B5EF4-FFF2-40B4-BE49-F238E27FC236}">
                <a16:creationId xmlns:a16="http://schemas.microsoft.com/office/drawing/2014/main" id="{9521783E-C584-0B64-E266-16603B17D53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172702" y="0"/>
            <a:ext cx="1881186" cy="906871"/>
          </a:xfrm>
          <a:prstGeom prst="rect">
            <a:avLst/>
          </a:prstGeom>
        </p:spPr>
      </p:pic>
      <p:pic>
        <p:nvPicPr>
          <p:cNvPr id="12" name="Picture 11">
            <a:extLst>
              <a:ext uri="{FF2B5EF4-FFF2-40B4-BE49-F238E27FC236}">
                <a16:creationId xmlns:a16="http://schemas.microsoft.com/office/drawing/2014/main" id="{D80704AD-12EF-9FAD-D8CC-E8D6E9D8A14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42900" y="63176"/>
            <a:ext cx="1095374" cy="797671"/>
          </a:xfrm>
          <a:prstGeom prst="rect">
            <a:avLst/>
          </a:prstGeom>
        </p:spPr>
      </p:pic>
      <p:sp>
        <p:nvSpPr>
          <p:cNvPr id="2" name="Rectangle 1"/>
          <p:cNvSpPr>
            <a:spLocks noChangeArrowheads="1"/>
          </p:cNvSpPr>
          <p:nvPr/>
        </p:nvSpPr>
        <p:spPr bwMode="auto">
          <a:xfrm>
            <a:off x="494579" y="1257713"/>
            <a:ext cx="10621818" cy="5355312"/>
          </a:xfrm>
          <a:prstGeom prst="rect">
            <a:avLst/>
          </a:prstGeom>
          <a:solidFill>
            <a:srgbClr val="F2F2F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defTabSz="914400" rtl="0" eaLnBrk="0" fontAlgn="base" latinLnBrk="0" hangingPunct="0">
              <a:lnSpc>
                <a:spcPct val="100000"/>
              </a:lnSpc>
              <a:spcBef>
                <a:spcPct val="0"/>
              </a:spcBef>
              <a:spcAft>
                <a:spcPct val="0"/>
              </a:spcAft>
              <a:buClrTx/>
              <a:buSzTx/>
              <a:buFontTx/>
              <a:buNone/>
              <a:tabLst/>
            </a:pPr>
            <a:r>
              <a:rPr kumimoji="0" lang="en-US" altLang="en-US" sz="2800" b="0" i="0" u="none" strike="noStrike" cap="none" normalizeH="0" baseline="0" dirty="0" smtClean="0">
                <a:ln>
                  <a:noFill/>
                </a:ln>
                <a:solidFill>
                  <a:srgbClr val="242424"/>
                </a:solidFill>
                <a:effectLst/>
                <a:latin typeface="source-serif-pro"/>
              </a:rPr>
              <a:t>Spring Boot simplifies the implementation of MVC:</a:t>
            </a:r>
          </a:p>
          <a:p>
            <a:pPr marL="0" marR="0" lvl="0" indent="0" defTabSz="914400" rtl="0" eaLnBrk="0" fontAlgn="base" latinLnBrk="0" hangingPunct="0">
              <a:lnSpc>
                <a:spcPct val="100000"/>
              </a:lnSpc>
              <a:spcBef>
                <a:spcPct val="0"/>
              </a:spcBef>
              <a:spcAft>
                <a:spcPct val="0"/>
              </a:spcAft>
              <a:buClrTx/>
              <a:buSzTx/>
              <a:buFontTx/>
              <a:buNone/>
              <a:tabLst/>
            </a:pPr>
            <a:endParaRPr kumimoji="0" lang="en-US" altLang="en-US" sz="1200" b="0" i="0" u="none" strike="noStrike" cap="none" normalizeH="0" baseline="0" dirty="0" smtClean="0">
              <a:ln>
                <a:noFill/>
              </a:ln>
              <a:solidFill>
                <a:schemeClr val="tx1"/>
              </a:solidFill>
              <a:effectLst/>
            </a:endParaRPr>
          </a:p>
          <a:p>
            <a:pPr marL="0" marR="0" lvl="0" indent="0" defTabSz="914400" rtl="0" eaLnBrk="0" fontAlgn="base" latinLnBrk="0" hangingPunct="0">
              <a:lnSpc>
                <a:spcPct val="100000"/>
              </a:lnSpc>
              <a:spcBef>
                <a:spcPct val="0"/>
              </a:spcBef>
              <a:spcAft>
                <a:spcPct val="0"/>
              </a:spcAft>
              <a:buClrTx/>
              <a:buSzTx/>
              <a:buFontTx/>
              <a:buChar char="•"/>
              <a:tabLst/>
            </a:pPr>
            <a:r>
              <a:rPr kumimoji="0" lang="en-US" altLang="en-US" sz="2800" b="0" i="0" u="none" strike="noStrike" cap="none" normalizeH="0" baseline="0" dirty="0" smtClean="0">
                <a:ln>
                  <a:noFill/>
                </a:ln>
                <a:solidFill>
                  <a:srgbClr val="242424"/>
                </a:solidFill>
                <a:effectLst/>
                <a:latin typeface="source-serif-pro"/>
              </a:rPr>
              <a:t>Models are typically JPA entities and repositories</a:t>
            </a:r>
          </a:p>
          <a:p>
            <a:pPr marL="0" marR="0" lvl="0" indent="0" defTabSz="914400" rtl="0" eaLnBrk="0" fontAlgn="base" latinLnBrk="0" hangingPunct="0">
              <a:lnSpc>
                <a:spcPct val="100000"/>
              </a:lnSpc>
              <a:spcBef>
                <a:spcPct val="0"/>
              </a:spcBef>
              <a:spcAft>
                <a:spcPct val="0"/>
              </a:spcAft>
              <a:buClrTx/>
              <a:buSzTx/>
              <a:buFontTx/>
              <a:buChar char="•"/>
              <a:tabLst/>
            </a:pPr>
            <a:endParaRPr kumimoji="0" lang="en-US" altLang="en-US" sz="2800" b="0" i="0" u="none" strike="noStrike" cap="none" normalizeH="0" baseline="0" dirty="0" smtClean="0">
              <a:ln>
                <a:noFill/>
              </a:ln>
              <a:solidFill>
                <a:srgbClr val="242424"/>
              </a:solidFill>
              <a:effectLst/>
              <a:latin typeface="source-serif-pro"/>
            </a:endParaRPr>
          </a:p>
          <a:p>
            <a:pPr marL="0" marR="0" lvl="0" indent="0" defTabSz="914400" rtl="0" eaLnBrk="0" fontAlgn="base" latinLnBrk="0" hangingPunct="0">
              <a:lnSpc>
                <a:spcPct val="100000"/>
              </a:lnSpc>
              <a:spcBef>
                <a:spcPct val="0"/>
              </a:spcBef>
              <a:spcAft>
                <a:spcPct val="0"/>
              </a:spcAft>
              <a:buClrTx/>
              <a:buSzTx/>
              <a:buFontTx/>
              <a:buChar char="•"/>
              <a:tabLst/>
            </a:pPr>
            <a:r>
              <a:rPr kumimoji="0" lang="en-US" altLang="en-US" sz="2800" b="0" i="0" u="none" strike="noStrike" cap="none" normalizeH="0" baseline="0" dirty="0" smtClean="0">
                <a:ln>
                  <a:noFill/>
                </a:ln>
                <a:solidFill>
                  <a:srgbClr val="242424"/>
                </a:solidFill>
                <a:effectLst/>
                <a:latin typeface="source-serif-pro"/>
              </a:rPr>
              <a:t>Controllers are annotated with </a:t>
            </a:r>
            <a:r>
              <a:rPr kumimoji="0" lang="en-US" altLang="en-US" sz="2000" b="0" i="0" u="none" strike="noStrike" cap="none" normalizeH="0" baseline="0" dirty="0" smtClean="0">
                <a:ln>
                  <a:noFill/>
                </a:ln>
                <a:solidFill>
                  <a:srgbClr val="242424"/>
                </a:solidFill>
                <a:effectLst/>
                <a:latin typeface="source-code-pro"/>
              </a:rPr>
              <a:t>@Controller</a:t>
            </a:r>
            <a:r>
              <a:rPr kumimoji="0" lang="en-US" altLang="en-US" sz="2800" b="0" i="0" u="none" strike="noStrike" cap="none" normalizeH="0" baseline="0" dirty="0" smtClean="0">
                <a:ln>
                  <a:noFill/>
                </a:ln>
                <a:solidFill>
                  <a:srgbClr val="242424"/>
                </a:solidFill>
                <a:effectLst/>
                <a:latin typeface="source-serif-pro"/>
              </a:rPr>
              <a:t> or </a:t>
            </a:r>
            <a:r>
              <a:rPr kumimoji="0" lang="en-US" altLang="en-US" sz="2000" b="0" i="0" u="none" strike="noStrike" cap="none" normalizeH="0" baseline="0" dirty="0" smtClean="0">
                <a:ln>
                  <a:noFill/>
                </a:ln>
                <a:solidFill>
                  <a:srgbClr val="242424"/>
                </a:solidFill>
                <a:effectLst/>
                <a:latin typeface="source-code-pro"/>
              </a:rPr>
              <a:t>@</a:t>
            </a:r>
            <a:r>
              <a:rPr kumimoji="0" lang="en-US" altLang="en-US" sz="2000" b="0" i="0" u="none" strike="noStrike" cap="none" normalizeH="0" baseline="0" dirty="0" err="1" smtClean="0">
                <a:ln>
                  <a:noFill/>
                </a:ln>
                <a:solidFill>
                  <a:srgbClr val="242424"/>
                </a:solidFill>
                <a:effectLst/>
                <a:latin typeface="source-code-pro"/>
              </a:rPr>
              <a:t>RestController</a:t>
            </a:r>
            <a:endParaRPr kumimoji="0" lang="en-US" altLang="en-US" sz="2000" b="0" i="0" u="none" strike="noStrike" cap="none" normalizeH="0" baseline="0" dirty="0" smtClean="0">
              <a:ln>
                <a:noFill/>
              </a:ln>
              <a:solidFill>
                <a:srgbClr val="242424"/>
              </a:solidFill>
              <a:effectLst/>
              <a:latin typeface="source-code-pro"/>
            </a:endParaRPr>
          </a:p>
          <a:p>
            <a:pPr marL="0" marR="0" lvl="0" indent="0" defTabSz="914400" rtl="0" eaLnBrk="0" fontAlgn="base" latinLnBrk="0" hangingPunct="0">
              <a:lnSpc>
                <a:spcPct val="100000"/>
              </a:lnSpc>
              <a:spcBef>
                <a:spcPct val="0"/>
              </a:spcBef>
              <a:spcAft>
                <a:spcPct val="0"/>
              </a:spcAft>
              <a:buClrTx/>
              <a:buSzTx/>
              <a:buFontTx/>
              <a:buChar char="•"/>
              <a:tabLst/>
            </a:pPr>
            <a:endParaRPr kumimoji="0" lang="en-US" altLang="en-US" sz="2800" b="0" i="0" u="none" strike="noStrike" cap="none" normalizeH="0" baseline="0" dirty="0" smtClean="0">
              <a:ln>
                <a:noFill/>
              </a:ln>
              <a:solidFill>
                <a:srgbClr val="242424"/>
              </a:solidFill>
              <a:effectLst/>
              <a:latin typeface="source-serif-pro"/>
            </a:endParaRPr>
          </a:p>
          <a:p>
            <a:pPr marL="0" marR="0" lvl="0" indent="0" defTabSz="914400" rtl="0" eaLnBrk="0" fontAlgn="base" latinLnBrk="0" hangingPunct="0">
              <a:lnSpc>
                <a:spcPct val="100000"/>
              </a:lnSpc>
              <a:spcBef>
                <a:spcPct val="0"/>
              </a:spcBef>
              <a:spcAft>
                <a:spcPct val="0"/>
              </a:spcAft>
              <a:buClrTx/>
              <a:buSzTx/>
              <a:buFontTx/>
              <a:buChar char="•"/>
              <a:tabLst/>
            </a:pPr>
            <a:r>
              <a:rPr kumimoji="0" lang="en-US" altLang="en-US" sz="2800" b="0" i="0" u="none" strike="noStrike" cap="none" normalizeH="0" baseline="0" dirty="0" smtClean="0">
                <a:ln>
                  <a:noFill/>
                </a:ln>
                <a:solidFill>
                  <a:srgbClr val="242424"/>
                </a:solidFill>
                <a:effectLst/>
                <a:latin typeface="source-serif-pro"/>
              </a:rPr>
              <a:t>Views can be </a:t>
            </a:r>
            <a:r>
              <a:rPr kumimoji="0" lang="en-US" altLang="en-US" sz="2800" b="0" i="0" u="none" strike="noStrike" cap="none" normalizeH="0" baseline="0" dirty="0" err="1" smtClean="0">
                <a:ln>
                  <a:noFill/>
                </a:ln>
                <a:solidFill>
                  <a:srgbClr val="242424"/>
                </a:solidFill>
                <a:effectLst/>
                <a:latin typeface="source-serif-pro"/>
              </a:rPr>
              <a:t>Thymeleaf</a:t>
            </a:r>
            <a:r>
              <a:rPr kumimoji="0" lang="en-US" altLang="en-US" sz="2800" b="0" i="0" u="none" strike="noStrike" cap="none" normalizeH="0" baseline="0" dirty="0" smtClean="0">
                <a:ln>
                  <a:noFill/>
                </a:ln>
                <a:solidFill>
                  <a:srgbClr val="242424"/>
                </a:solidFill>
                <a:effectLst/>
                <a:latin typeface="source-serif-pro"/>
              </a:rPr>
              <a:t> templates, or in the case of RESTful APIs, the View layer might be handled by a separate front-end application</a:t>
            </a:r>
            <a:endParaRPr kumimoji="0" lang="en-US" altLang="en-US" sz="1200" b="0" i="0" u="none" strike="noStrike" cap="none" normalizeH="0" baseline="0" dirty="0" smtClean="0">
              <a:ln>
                <a:noFill/>
              </a:ln>
              <a:solidFill>
                <a:schemeClr val="tx1"/>
              </a:solidFill>
              <a:effectLst/>
              <a:latin typeface="medium-content-sans-serif-font"/>
            </a:endParaRPr>
          </a:p>
          <a:p>
            <a:pPr marL="0" marR="0" lvl="0" indent="0" defTabSz="914400" rtl="0" eaLnBrk="0" fontAlgn="base" latinLnBrk="0" hangingPunct="0">
              <a:lnSpc>
                <a:spcPct val="100000"/>
              </a:lnSpc>
              <a:spcBef>
                <a:spcPct val="0"/>
              </a:spcBef>
              <a:spcAft>
                <a:spcPct val="0"/>
              </a:spcAft>
              <a:buClrTx/>
              <a:buSzTx/>
              <a:buFontTx/>
              <a:buNone/>
              <a:tabLst/>
            </a:pPr>
            <a:endParaRPr kumimoji="0" lang="en-US" altLang="en-US" sz="2800" b="0" i="0" u="none" strike="noStrike" cap="none" normalizeH="0" baseline="0" dirty="0" smtClean="0">
              <a:ln>
                <a:noFill/>
              </a:ln>
              <a:solidFill>
                <a:srgbClr val="242424"/>
              </a:solidFill>
              <a:effectLst/>
              <a:latin typeface="source-serif-pro"/>
            </a:endParaRPr>
          </a:p>
          <a:p>
            <a:pPr marL="0" marR="0" lvl="0" indent="0" defTabSz="914400" rtl="0" eaLnBrk="0" fontAlgn="base" latinLnBrk="0" hangingPunct="0">
              <a:lnSpc>
                <a:spcPct val="100000"/>
              </a:lnSpc>
              <a:spcBef>
                <a:spcPct val="0"/>
              </a:spcBef>
              <a:spcAft>
                <a:spcPct val="0"/>
              </a:spcAft>
              <a:buClrTx/>
              <a:buSzTx/>
              <a:buFontTx/>
              <a:buNone/>
              <a:tabLst/>
            </a:pPr>
            <a:r>
              <a:rPr kumimoji="0" lang="en-US" altLang="en-US" sz="2800" b="0" i="0" u="none" strike="noStrike" cap="none" normalizeH="0" baseline="0" dirty="0" smtClean="0">
                <a:ln>
                  <a:noFill/>
                </a:ln>
                <a:solidFill>
                  <a:srgbClr val="242424"/>
                </a:solidFill>
                <a:effectLst/>
                <a:latin typeface="source-serif-pro"/>
              </a:rPr>
              <a:t>By leveraging Spring Boot’s auto-configuration and dependency injection, developers can focus on writing application logic rather than boilerplate code.</a:t>
            </a:r>
            <a:endParaRPr kumimoji="0" lang="en-US" altLang="en-US" sz="3600" b="0" i="0" u="none" strike="noStrike" cap="none" normalizeH="0" baseline="0" dirty="0" smtClean="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284788180"/>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CA17B3E7-0816-C9EA-10A3-7D6463FCF1B6}"/>
              </a:ext>
            </a:extLst>
          </p:cNvPr>
          <p:cNvSpPr/>
          <p:nvPr/>
        </p:nvSpPr>
        <p:spPr>
          <a:xfrm>
            <a:off x="2166938" y="0"/>
            <a:ext cx="7277100" cy="797671"/>
          </a:xfrm>
          <a:prstGeom prst="rect">
            <a:avLst/>
          </a:prstGeom>
          <a:solidFill>
            <a:srgbClr val="7395D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200" dirty="0" err="1" smtClean="0">
                <a:solidFill>
                  <a:schemeClr val="tx1"/>
                </a:solidFill>
                <a:latin typeface="Baskerville Old Face" panose="02020602080505020303" pitchFamily="18" charset="0"/>
              </a:rPr>
              <a:t>Thymeleaf</a:t>
            </a:r>
            <a:r>
              <a:rPr lang="en-US" sz="3200" dirty="0" smtClean="0">
                <a:solidFill>
                  <a:schemeClr val="tx1"/>
                </a:solidFill>
                <a:latin typeface="Baskerville Old Face" panose="02020602080505020303" pitchFamily="18" charset="0"/>
              </a:rPr>
              <a:t> Introduction</a:t>
            </a:r>
            <a:endParaRPr lang="en-IN" sz="3200" dirty="0">
              <a:latin typeface="Bookman Old Style" panose="02050604050505020204" pitchFamily="18" charset="0"/>
            </a:endParaRPr>
          </a:p>
        </p:txBody>
      </p:sp>
      <p:pic>
        <p:nvPicPr>
          <p:cNvPr id="8" name="Picture 7">
            <a:extLst>
              <a:ext uri="{FF2B5EF4-FFF2-40B4-BE49-F238E27FC236}">
                <a16:creationId xmlns:a16="http://schemas.microsoft.com/office/drawing/2014/main" id="{9521783E-C584-0B64-E266-16603B17D53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172702" y="0"/>
            <a:ext cx="1881186" cy="906871"/>
          </a:xfrm>
          <a:prstGeom prst="rect">
            <a:avLst/>
          </a:prstGeom>
        </p:spPr>
      </p:pic>
      <p:pic>
        <p:nvPicPr>
          <p:cNvPr id="12" name="Picture 11">
            <a:extLst>
              <a:ext uri="{FF2B5EF4-FFF2-40B4-BE49-F238E27FC236}">
                <a16:creationId xmlns:a16="http://schemas.microsoft.com/office/drawing/2014/main" id="{D80704AD-12EF-9FAD-D8CC-E8D6E9D8A14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42900" y="63176"/>
            <a:ext cx="1095374" cy="797671"/>
          </a:xfrm>
          <a:prstGeom prst="rect">
            <a:avLst/>
          </a:prstGeom>
        </p:spPr>
      </p:pic>
      <p:sp>
        <p:nvSpPr>
          <p:cNvPr id="3" name="Rectangle 2"/>
          <p:cNvSpPr/>
          <p:nvPr/>
        </p:nvSpPr>
        <p:spPr>
          <a:xfrm>
            <a:off x="498764" y="1267936"/>
            <a:ext cx="11028218" cy="923330"/>
          </a:xfrm>
          <a:prstGeom prst="rect">
            <a:avLst/>
          </a:prstGeom>
        </p:spPr>
        <p:txBody>
          <a:bodyPr wrap="square">
            <a:spAutoFit/>
          </a:bodyPr>
          <a:lstStyle/>
          <a:p>
            <a:r>
              <a:rPr lang="en-US" dirty="0" err="1">
                <a:solidFill>
                  <a:srgbClr val="001D35"/>
                </a:solidFill>
                <a:latin typeface="Arial" panose="020B0604020202020204" pitchFamily="34" charset="0"/>
              </a:rPr>
              <a:t>Thymeleaf</a:t>
            </a:r>
            <a:r>
              <a:rPr lang="en-US" dirty="0">
                <a:solidFill>
                  <a:srgbClr val="001D35"/>
                </a:solidFill>
                <a:latin typeface="Arial" panose="020B0604020202020204" pitchFamily="34" charset="0"/>
              </a:rPr>
              <a:t> is a server-side Java template engine used for creating dynamic web pages within Spring Boot applications. It acts as the view layer in the Spring MVC architecture, responsible for rendering data from the backend to the user interface.</a:t>
            </a:r>
            <a:endParaRPr lang="en-US" dirty="0"/>
          </a:p>
        </p:txBody>
      </p:sp>
      <p:sp>
        <p:nvSpPr>
          <p:cNvPr id="5" name="Rectangle 1"/>
          <p:cNvSpPr>
            <a:spLocks noChangeArrowheads="1"/>
          </p:cNvSpPr>
          <p:nvPr/>
        </p:nvSpPr>
        <p:spPr bwMode="auto">
          <a:xfrm>
            <a:off x="498764" y="2366759"/>
            <a:ext cx="10705314" cy="4070284"/>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63480" rIns="0" bIns="12696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400" b="1" i="0" u="none" strike="noStrike" cap="none" normalizeH="0" baseline="0" dirty="0" smtClean="0">
                <a:ln>
                  <a:noFill/>
                </a:ln>
                <a:solidFill>
                  <a:srgbClr val="001D35"/>
                </a:solidFill>
                <a:effectLst/>
                <a:latin typeface="Arial" panose="020B0604020202020204" pitchFamily="34" charset="0"/>
                <a:cs typeface="Arial" panose="020B0604020202020204" pitchFamily="34" charset="0"/>
              </a:rPr>
              <a:t>Integration:</a:t>
            </a:r>
            <a:endParaRPr kumimoji="0" lang="en-US" altLang="en-US" sz="1400" b="0" i="0" u="none" strike="noStrike" cap="none" normalizeH="0" baseline="0" dirty="0" smtClean="0">
              <a:ln>
                <a:noFill/>
              </a:ln>
              <a:solidFill>
                <a:srgbClr val="001D35"/>
              </a:solidFill>
              <a:effectLst/>
              <a:latin typeface="Arial" panose="020B0604020202020204" pitchFamily="34" charset="0"/>
              <a:cs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0" i="0" u="none" strike="noStrike" cap="none" normalizeH="0" baseline="0" dirty="0" smtClean="0">
                <a:ln>
                  <a:noFill/>
                </a:ln>
                <a:solidFill>
                  <a:srgbClr val="545D7E"/>
                </a:solidFill>
                <a:effectLst/>
                <a:latin typeface="Arial" panose="020B0604020202020204" pitchFamily="34" charset="0"/>
                <a:cs typeface="Arial" panose="020B0604020202020204" pitchFamily="34" charset="0"/>
              </a:rPr>
              <a:t>To use </a:t>
            </a:r>
            <a:r>
              <a:rPr kumimoji="0" lang="en-US" altLang="en-US" sz="1400" b="0" i="0" u="none" strike="noStrike" cap="none" normalizeH="0" baseline="0" dirty="0" err="1" smtClean="0">
                <a:ln>
                  <a:noFill/>
                </a:ln>
                <a:solidFill>
                  <a:srgbClr val="545D7E"/>
                </a:solidFill>
                <a:effectLst/>
                <a:latin typeface="Arial" panose="020B0604020202020204" pitchFamily="34" charset="0"/>
                <a:cs typeface="Arial" panose="020B0604020202020204" pitchFamily="34" charset="0"/>
              </a:rPr>
              <a:t>Thymeleaf</a:t>
            </a:r>
            <a:r>
              <a:rPr kumimoji="0" lang="en-US" altLang="en-US" sz="1400" b="0" i="0" u="none" strike="noStrike" cap="none" normalizeH="0" baseline="0" dirty="0" smtClean="0">
                <a:ln>
                  <a:noFill/>
                </a:ln>
                <a:solidFill>
                  <a:srgbClr val="545D7E"/>
                </a:solidFill>
                <a:effectLst/>
                <a:latin typeface="Arial" panose="020B0604020202020204" pitchFamily="34" charset="0"/>
                <a:cs typeface="Arial" panose="020B0604020202020204" pitchFamily="34" charset="0"/>
              </a:rPr>
              <a:t>, the </a:t>
            </a:r>
            <a:r>
              <a:rPr kumimoji="0" lang="en-US" altLang="en-US" sz="1050" b="0" i="0" u="none" strike="noStrike" cap="none" normalizeH="0" baseline="0" dirty="0" smtClean="0">
                <a:ln>
                  <a:noFill/>
                </a:ln>
                <a:solidFill>
                  <a:srgbClr val="545D7E"/>
                </a:solidFill>
                <a:effectLst/>
                <a:latin typeface="Courier New" panose="02070309020205020404" pitchFamily="49" charset="0"/>
                <a:cs typeface="Courier New" panose="02070309020205020404" pitchFamily="49" charset="0"/>
              </a:rPr>
              <a:t>spring-boot-starter-</a:t>
            </a:r>
            <a:r>
              <a:rPr kumimoji="0" lang="en-US" altLang="en-US" sz="1050" b="0" i="0" u="none" strike="noStrike" cap="none" normalizeH="0" baseline="0" dirty="0" err="1" smtClean="0">
                <a:ln>
                  <a:noFill/>
                </a:ln>
                <a:solidFill>
                  <a:srgbClr val="545D7E"/>
                </a:solidFill>
                <a:effectLst/>
                <a:latin typeface="Courier New" panose="02070309020205020404" pitchFamily="49" charset="0"/>
                <a:cs typeface="Courier New" panose="02070309020205020404" pitchFamily="49" charset="0"/>
              </a:rPr>
              <a:t>thymeleaf</a:t>
            </a:r>
            <a:r>
              <a:rPr kumimoji="0" lang="en-US" altLang="en-US" sz="1400" b="0" i="0" u="none" strike="noStrike" cap="none" normalizeH="0" baseline="0" dirty="0" smtClean="0">
                <a:ln>
                  <a:noFill/>
                </a:ln>
                <a:solidFill>
                  <a:srgbClr val="545D7E"/>
                </a:solidFill>
                <a:effectLst/>
                <a:latin typeface="Arial" panose="020B0604020202020204" pitchFamily="34" charset="0"/>
                <a:cs typeface="Arial" panose="020B0604020202020204" pitchFamily="34" charset="0"/>
              </a:rPr>
              <a:t> dependency is added to the project's build file (e.g., </a:t>
            </a:r>
            <a:r>
              <a:rPr kumimoji="0" lang="en-US" altLang="en-US" sz="1050" b="0" i="0" u="none" strike="noStrike" cap="none" normalizeH="0" baseline="0" dirty="0" smtClean="0">
                <a:ln>
                  <a:noFill/>
                </a:ln>
                <a:solidFill>
                  <a:srgbClr val="545D7E"/>
                </a:solidFill>
                <a:effectLst/>
                <a:latin typeface="Courier New" panose="02070309020205020404" pitchFamily="49" charset="0"/>
                <a:cs typeface="Courier New" panose="02070309020205020404" pitchFamily="49" charset="0"/>
              </a:rPr>
              <a:t>pom.xml</a:t>
            </a:r>
            <a:r>
              <a:rPr kumimoji="0" lang="en-US" altLang="en-US" sz="1400" b="0" i="0" u="none" strike="noStrike" cap="none" normalizeH="0" baseline="0" dirty="0" smtClean="0">
                <a:ln>
                  <a:noFill/>
                </a:ln>
                <a:solidFill>
                  <a:srgbClr val="545D7E"/>
                </a:solidFill>
                <a:effectLst/>
                <a:latin typeface="Arial" panose="020B0604020202020204" pitchFamily="34" charset="0"/>
                <a:cs typeface="Arial" panose="020B0604020202020204" pitchFamily="34" charset="0"/>
              </a:rPr>
              <a:t> for Maven). This starter dependency includes all necessary components, including the core </a:t>
            </a:r>
            <a:r>
              <a:rPr kumimoji="0" lang="en-US" altLang="en-US" sz="1400" b="0" i="0" u="none" strike="noStrike" cap="none" normalizeH="0" baseline="0" dirty="0" err="1" smtClean="0">
                <a:ln>
                  <a:noFill/>
                </a:ln>
                <a:solidFill>
                  <a:srgbClr val="545D7E"/>
                </a:solidFill>
                <a:effectLst/>
                <a:latin typeface="Arial" panose="020B0604020202020204" pitchFamily="34" charset="0"/>
                <a:cs typeface="Arial" panose="020B0604020202020204" pitchFamily="34" charset="0"/>
              </a:rPr>
              <a:t>Thymeleaf</a:t>
            </a:r>
            <a:r>
              <a:rPr kumimoji="0" lang="en-US" altLang="en-US" sz="1400" b="0" i="0" u="none" strike="noStrike" cap="none" normalizeH="0" baseline="0" dirty="0" smtClean="0">
                <a:ln>
                  <a:noFill/>
                </a:ln>
                <a:solidFill>
                  <a:srgbClr val="545D7E"/>
                </a:solidFill>
                <a:effectLst/>
                <a:latin typeface="Arial" panose="020B0604020202020204" pitchFamily="34" charset="0"/>
                <a:cs typeface="Arial" panose="020B0604020202020204" pitchFamily="34" charset="0"/>
              </a:rPr>
              <a:t> library and its integration with Spring.</a:t>
            </a:r>
            <a:endParaRPr kumimoji="0" lang="en-US" altLang="en-US" sz="1400" b="0" i="0" u="none" strike="noStrike" cap="none" normalizeH="0" baseline="0" dirty="0" smtClean="0">
              <a:ln>
                <a:noFill/>
              </a:ln>
              <a:solidFill>
                <a:srgbClr val="001D35"/>
              </a:solidFill>
              <a:effectLst/>
              <a:latin typeface="Arial" panose="020B0604020202020204" pitchFamily="34" charset="0"/>
              <a:cs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400" b="1" i="0" u="none" strike="noStrike" cap="none" normalizeH="0" baseline="0" dirty="0" smtClean="0">
                <a:ln>
                  <a:noFill/>
                </a:ln>
                <a:solidFill>
                  <a:srgbClr val="001D35"/>
                </a:solidFill>
                <a:effectLst/>
                <a:latin typeface="Arial" panose="020B0604020202020204" pitchFamily="34" charset="0"/>
                <a:cs typeface="Arial" panose="020B0604020202020204" pitchFamily="34" charset="0"/>
              </a:rPr>
              <a:t>Auto-configuration:</a:t>
            </a:r>
            <a:endParaRPr kumimoji="0" lang="en-US" altLang="en-US" sz="1400" b="0" i="0" u="none" strike="noStrike" cap="none" normalizeH="0" baseline="0" dirty="0" smtClean="0">
              <a:ln>
                <a:noFill/>
              </a:ln>
              <a:solidFill>
                <a:srgbClr val="001D35"/>
              </a:solidFill>
              <a:effectLst/>
              <a:latin typeface="Arial" panose="020B0604020202020204" pitchFamily="34" charset="0"/>
              <a:cs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0" i="0" u="none" strike="noStrike" cap="none" normalizeH="0" baseline="0" dirty="0" smtClean="0">
                <a:ln>
                  <a:noFill/>
                </a:ln>
                <a:solidFill>
                  <a:srgbClr val="545D7E"/>
                </a:solidFill>
                <a:effectLst/>
                <a:latin typeface="Arial" panose="020B0604020202020204" pitchFamily="34" charset="0"/>
                <a:cs typeface="Arial" panose="020B0604020202020204" pitchFamily="34" charset="0"/>
              </a:rPr>
              <a:t>Spring Boot automatically configures </a:t>
            </a:r>
            <a:r>
              <a:rPr kumimoji="0" lang="en-US" altLang="en-US" sz="1400" b="0" i="0" u="none" strike="noStrike" cap="none" normalizeH="0" baseline="0" dirty="0" err="1" smtClean="0">
                <a:ln>
                  <a:noFill/>
                </a:ln>
                <a:solidFill>
                  <a:srgbClr val="545D7E"/>
                </a:solidFill>
                <a:effectLst/>
                <a:latin typeface="Arial" panose="020B0604020202020204" pitchFamily="34" charset="0"/>
                <a:cs typeface="Arial" panose="020B0604020202020204" pitchFamily="34" charset="0"/>
              </a:rPr>
              <a:t>Thymeleaf</a:t>
            </a:r>
            <a:r>
              <a:rPr kumimoji="0" lang="en-US" altLang="en-US" sz="1400" b="0" i="0" u="none" strike="noStrike" cap="none" normalizeH="0" baseline="0" dirty="0" smtClean="0">
                <a:ln>
                  <a:noFill/>
                </a:ln>
                <a:solidFill>
                  <a:srgbClr val="545D7E"/>
                </a:solidFill>
                <a:effectLst/>
                <a:latin typeface="Arial" panose="020B0604020202020204" pitchFamily="34" charset="0"/>
                <a:cs typeface="Arial" panose="020B0604020202020204" pitchFamily="34" charset="0"/>
              </a:rPr>
              <a:t> when the starter dependency is present in the </a:t>
            </a:r>
            <a:r>
              <a:rPr kumimoji="0" lang="en-US" altLang="en-US" sz="1400" b="0" i="0" u="none" strike="noStrike" cap="none" normalizeH="0" baseline="0" dirty="0" err="1" smtClean="0">
                <a:ln>
                  <a:noFill/>
                </a:ln>
                <a:solidFill>
                  <a:srgbClr val="545D7E"/>
                </a:solidFill>
                <a:effectLst/>
                <a:latin typeface="Arial" panose="020B0604020202020204" pitchFamily="34" charset="0"/>
                <a:cs typeface="Arial" panose="020B0604020202020204" pitchFamily="34" charset="0"/>
              </a:rPr>
              <a:t>classpath</a:t>
            </a:r>
            <a:r>
              <a:rPr kumimoji="0" lang="en-US" altLang="en-US" sz="1400" b="0" i="0" u="none" strike="noStrike" cap="none" normalizeH="0" baseline="0" dirty="0" smtClean="0">
                <a:ln>
                  <a:noFill/>
                </a:ln>
                <a:solidFill>
                  <a:srgbClr val="545D7E"/>
                </a:solidFill>
                <a:effectLst/>
                <a:latin typeface="Arial" panose="020B0604020202020204" pitchFamily="34" charset="0"/>
                <a:cs typeface="Arial" panose="020B0604020202020204" pitchFamily="34" charset="0"/>
              </a:rPr>
              <a:t>. This includes setting up a view resolver for </a:t>
            </a:r>
            <a:r>
              <a:rPr kumimoji="0" lang="en-US" altLang="en-US" sz="1400" b="0" i="0" u="none" strike="noStrike" cap="none" normalizeH="0" baseline="0" dirty="0" err="1" smtClean="0">
                <a:ln>
                  <a:noFill/>
                </a:ln>
                <a:solidFill>
                  <a:srgbClr val="545D7E"/>
                </a:solidFill>
                <a:effectLst/>
                <a:latin typeface="Arial" panose="020B0604020202020204" pitchFamily="34" charset="0"/>
                <a:cs typeface="Arial" panose="020B0604020202020204" pitchFamily="34" charset="0"/>
              </a:rPr>
              <a:t>Thymeleaf</a:t>
            </a:r>
            <a:r>
              <a:rPr kumimoji="0" lang="en-US" altLang="en-US" sz="1400" b="0" i="0" u="none" strike="noStrike" cap="none" normalizeH="0" baseline="0" dirty="0" smtClean="0">
                <a:ln>
                  <a:noFill/>
                </a:ln>
                <a:solidFill>
                  <a:srgbClr val="545D7E"/>
                </a:solidFill>
                <a:effectLst/>
                <a:latin typeface="Arial" panose="020B0604020202020204" pitchFamily="34" charset="0"/>
                <a:cs typeface="Arial" panose="020B0604020202020204" pitchFamily="34" charset="0"/>
              </a:rPr>
              <a:t> and defining the default location for templates (typically </a:t>
            </a:r>
            <a:r>
              <a:rPr kumimoji="0" lang="en-US" altLang="en-US" sz="1050" b="0" i="0" u="none" strike="noStrike" cap="none" normalizeH="0" baseline="0" dirty="0" err="1" smtClean="0">
                <a:ln>
                  <a:noFill/>
                </a:ln>
                <a:solidFill>
                  <a:srgbClr val="545D7E"/>
                </a:solidFill>
                <a:effectLst/>
                <a:latin typeface="Courier New" panose="02070309020205020404" pitchFamily="49" charset="0"/>
                <a:cs typeface="Courier New" panose="02070309020205020404" pitchFamily="49" charset="0"/>
              </a:rPr>
              <a:t>src</a:t>
            </a:r>
            <a:r>
              <a:rPr kumimoji="0" lang="en-US" altLang="en-US" sz="1050" b="0" i="0" u="none" strike="noStrike" cap="none" normalizeH="0" baseline="0" dirty="0" smtClean="0">
                <a:ln>
                  <a:noFill/>
                </a:ln>
                <a:solidFill>
                  <a:srgbClr val="545D7E"/>
                </a:solidFill>
                <a:effectLst/>
                <a:latin typeface="Courier New" panose="02070309020205020404" pitchFamily="49" charset="0"/>
                <a:cs typeface="Courier New" panose="02070309020205020404" pitchFamily="49" charset="0"/>
              </a:rPr>
              <a:t>/main/resources/templates</a:t>
            </a:r>
            <a:r>
              <a:rPr kumimoji="0" lang="en-US" altLang="en-US" sz="1400" b="0" i="0" u="none" strike="noStrike" cap="none" normalizeH="0" baseline="0" dirty="0" smtClean="0">
                <a:ln>
                  <a:noFill/>
                </a:ln>
                <a:solidFill>
                  <a:srgbClr val="545D7E"/>
                </a:solidFill>
                <a:effectLst/>
                <a:latin typeface="Arial" panose="020B0604020202020204" pitchFamily="34" charset="0"/>
                <a:cs typeface="Arial" panose="020B0604020202020204" pitchFamily="34" charset="0"/>
              </a:rPr>
              <a:t>).</a:t>
            </a:r>
            <a:endParaRPr kumimoji="0" lang="en-US" altLang="en-US" sz="1400" b="0" i="0" u="none" strike="noStrike" cap="none" normalizeH="0" baseline="0" dirty="0" smtClean="0">
              <a:ln>
                <a:noFill/>
              </a:ln>
              <a:solidFill>
                <a:srgbClr val="001D35"/>
              </a:solidFill>
              <a:effectLst/>
              <a:latin typeface="Arial" panose="020B0604020202020204" pitchFamily="34" charset="0"/>
              <a:cs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400" b="1" i="0" u="none" strike="noStrike" cap="none" normalizeH="0" baseline="0" dirty="0" smtClean="0">
                <a:ln>
                  <a:noFill/>
                </a:ln>
                <a:solidFill>
                  <a:srgbClr val="001D35"/>
                </a:solidFill>
                <a:effectLst/>
                <a:latin typeface="Arial" panose="020B0604020202020204" pitchFamily="34" charset="0"/>
                <a:cs typeface="Arial" panose="020B0604020202020204" pitchFamily="34" charset="0"/>
              </a:rPr>
              <a:t>Template location:</a:t>
            </a:r>
            <a:endParaRPr kumimoji="0" lang="en-US" altLang="en-US" sz="1400" b="0" i="0" u="none" strike="noStrike" cap="none" normalizeH="0" baseline="0" dirty="0" smtClean="0">
              <a:ln>
                <a:noFill/>
              </a:ln>
              <a:solidFill>
                <a:srgbClr val="001D35"/>
              </a:solidFill>
              <a:effectLst/>
              <a:latin typeface="Arial" panose="020B0604020202020204" pitchFamily="34" charset="0"/>
              <a:cs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0" i="0" u="none" strike="noStrike" cap="none" normalizeH="0" baseline="0" dirty="0" err="1" smtClean="0">
                <a:ln>
                  <a:noFill/>
                </a:ln>
                <a:solidFill>
                  <a:srgbClr val="545D7E"/>
                </a:solidFill>
                <a:effectLst/>
                <a:latin typeface="Arial" panose="020B0604020202020204" pitchFamily="34" charset="0"/>
                <a:cs typeface="Arial" panose="020B0604020202020204" pitchFamily="34" charset="0"/>
              </a:rPr>
              <a:t>Thymeleaf</a:t>
            </a:r>
            <a:r>
              <a:rPr kumimoji="0" lang="en-US" altLang="en-US" sz="1400" b="0" i="0" u="none" strike="noStrike" cap="none" normalizeH="0" baseline="0" dirty="0" smtClean="0">
                <a:ln>
                  <a:noFill/>
                </a:ln>
                <a:solidFill>
                  <a:srgbClr val="545D7E"/>
                </a:solidFill>
                <a:effectLst/>
                <a:latin typeface="Arial" panose="020B0604020202020204" pitchFamily="34" charset="0"/>
                <a:cs typeface="Arial" panose="020B0604020202020204" pitchFamily="34" charset="0"/>
              </a:rPr>
              <a:t> templates (e.g., </a:t>
            </a:r>
            <a:r>
              <a:rPr kumimoji="0" lang="en-US" altLang="en-US" sz="1050" b="0" i="0" u="none" strike="noStrike" cap="none" normalizeH="0" baseline="0" dirty="0" smtClean="0">
                <a:ln>
                  <a:noFill/>
                </a:ln>
                <a:solidFill>
                  <a:srgbClr val="545D7E"/>
                </a:solidFill>
                <a:effectLst/>
                <a:latin typeface="Courier New" panose="02070309020205020404" pitchFamily="49" charset="0"/>
                <a:cs typeface="Courier New" panose="02070309020205020404" pitchFamily="49" charset="0"/>
              </a:rPr>
              <a:t>.html</a:t>
            </a:r>
            <a:r>
              <a:rPr kumimoji="0" lang="en-US" altLang="en-US" sz="1400" b="0" i="0" u="none" strike="noStrike" cap="none" normalizeH="0" baseline="0" dirty="0" smtClean="0">
                <a:ln>
                  <a:noFill/>
                </a:ln>
                <a:solidFill>
                  <a:srgbClr val="545D7E"/>
                </a:solidFill>
                <a:effectLst/>
                <a:latin typeface="Arial" panose="020B0604020202020204" pitchFamily="34" charset="0"/>
                <a:cs typeface="Arial" panose="020B0604020202020204" pitchFamily="34" charset="0"/>
              </a:rPr>
              <a:t> files) are by default placed within the </a:t>
            </a:r>
            <a:r>
              <a:rPr kumimoji="0" lang="en-US" altLang="en-US" sz="1050" b="0" i="0" u="none" strike="noStrike" cap="none" normalizeH="0" baseline="0" dirty="0" err="1" smtClean="0">
                <a:ln>
                  <a:noFill/>
                </a:ln>
                <a:solidFill>
                  <a:srgbClr val="545D7E"/>
                </a:solidFill>
                <a:effectLst/>
                <a:latin typeface="Courier New" panose="02070309020205020404" pitchFamily="49" charset="0"/>
                <a:cs typeface="Courier New" panose="02070309020205020404" pitchFamily="49" charset="0"/>
              </a:rPr>
              <a:t>src</a:t>
            </a:r>
            <a:r>
              <a:rPr kumimoji="0" lang="en-US" altLang="en-US" sz="1050" b="0" i="0" u="none" strike="noStrike" cap="none" normalizeH="0" baseline="0" dirty="0" smtClean="0">
                <a:ln>
                  <a:noFill/>
                </a:ln>
                <a:solidFill>
                  <a:srgbClr val="545D7E"/>
                </a:solidFill>
                <a:effectLst/>
                <a:latin typeface="Courier New" panose="02070309020205020404" pitchFamily="49" charset="0"/>
                <a:cs typeface="Courier New" panose="02070309020205020404" pitchFamily="49" charset="0"/>
              </a:rPr>
              <a:t>/main/resources/templates</a:t>
            </a:r>
            <a:r>
              <a:rPr kumimoji="0" lang="en-US" altLang="en-US" sz="1400" b="0" i="0" u="none" strike="noStrike" cap="none" normalizeH="0" baseline="0" dirty="0" smtClean="0">
                <a:ln>
                  <a:noFill/>
                </a:ln>
                <a:solidFill>
                  <a:srgbClr val="545D7E"/>
                </a:solidFill>
                <a:effectLst/>
                <a:latin typeface="Arial" panose="020B0604020202020204" pitchFamily="34" charset="0"/>
                <a:cs typeface="Arial" panose="020B0604020202020204" pitchFamily="34" charset="0"/>
              </a:rPr>
              <a:t> directory. Static resources like CSS and JavaScript files are typically located in </a:t>
            </a:r>
            <a:r>
              <a:rPr kumimoji="0" lang="en-US" altLang="en-US" sz="1050" b="0" i="0" u="none" strike="noStrike" cap="none" normalizeH="0" baseline="0" dirty="0" err="1" smtClean="0">
                <a:ln>
                  <a:noFill/>
                </a:ln>
                <a:solidFill>
                  <a:srgbClr val="545D7E"/>
                </a:solidFill>
                <a:effectLst/>
                <a:latin typeface="Courier New" panose="02070309020205020404" pitchFamily="49" charset="0"/>
                <a:cs typeface="Courier New" panose="02070309020205020404" pitchFamily="49" charset="0"/>
              </a:rPr>
              <a:t>src</a:t>
            </a:r>
            <a:r>
              <a:rPr kumimoji="0" lang="en-US" altLang="en-US" sz="1050" b="0" i="0" u="none" strike="noStrike" cap="none" normalizeH="0" baseline="0" dirty="0" smtClean="0">
                <a:ln>
                  <a:noFill/>
                </a:ln>
                <a:solidFill>
                  <a:srgbClr val="545D7E"/>
                </a:solidFill>
                <a:effectLst/>
                <a:latin typeface="Courier New" panose="02070309020205020404" pitchFamily="49" charset="0"/>
                <a:cs typeface="Courier New" panose="02070309020205020404" pitchFamily="49" charset="0"/>
              </a:rPr>
              <a:t>/main/resources/static</a:t>
            </a:r>
            <a:r>
              <a:rPr kumimoji="0" lang="en-US" altLang="en-US" sz="1400" b="0" i="0" u="none" strike="noStrike" cap="none" normalizeH="0" baseline="0" dirty="0" smtClean="0">
                <a:ln>
                  <a:noFill/>
                </a:ln>
                <a:solidFill>
                  <a:srgbClr val="545D7E"/>
                </a:solidFill>
                <a:effectLst/>
                <a:latin typeface="Arial" panose="020B0604020202020204" pitchFamily="34" charset="0"/>
                <a:cs typeface="Arial" panose="020B0604020202020204" pitchFamily="34" charset="0"/>
              </a:rPr>
              <a:t>.</a:t>
            </a:r>
            <a:endParaRPr kumimoji="0" lang="en-US" altLang="en-US" sz="1400" b="0" i="0" u="none" strike="noStrike" cap="none" normalizeH="0" baseline="0" dirty="0" smtClean="0">
              <a:ln>
                <a:noFill/>
              </a:ln>
              <a:solidFill>
                <a:srgbClr val="001D35"/>
              </a:solidFill>
              <a:effectLst/>
              <a:latin typeface="Arial" panose="020B0604020202020204" pitchFamily="34" charset="0"/>
              <a:cs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400" b="1" i="0" u="none" strike="noStrike" cap="none" normalizeH="0" baseline="0" dirty="0" smtClean="0">
                <a:ln>
                  <a:noFill/>
                </a:ln>
                <a:solidFill>
                  <a:srgbClr val="001D35"/>
                </a:solidFill>
                <a:effectLst/>
                <a:latin typeface="Arial" panose="020B0604020202020204" pitchFamily="34" charset="0"/>
                <a:cs typeface="Arial" panose="020B0604020202020204" pitchFamily="34" charset="0"/>
              </a:rPr>
              <a:t>Dynamic content rendering:</a:t>
            </a:r>
            <a:endParaRPr kumimoji="0" lang="en-US" altLang="en-US" sz="1400" b="0" i="0" u="none" strike="noStrike" cap="none" normalizeH="0" baseline="0" dirty="0" smtClean="0">
              <a:ln>
                <a:noFill/>
              </a:ln>
              <a:solidFill>
                <a:srgbClr val="001D35"/>
              </a:solidFill>
              <a:effectLst/>
              <a:latin typeface="Arial" panose="020B0604020202020204" pitchFamily="34" charset="0"/>
              <a:cs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0" i="0" u="none" strike="noStrike" cap="none" normalizeH="0" baseline="0" dirty="0" err="1" smtClean="0">
                <a:ln>
                  <a:noFill/>
                </a:ln>
                <a:solidFill>
                  <a:srgbClr val="545D7E"/>
                </a:solidFill>
                <a:effectLst/>
                <a:latin typeface="Arial" panose="020B0604020202020204" pitchFamily="34" charset="0"/>
                <a:cs typeface="Arial" panose="020B0604020202020204" pitchFamily="34" charset="0"/>
              </a:rPr>
              <a:t>Thymeleaf</a:t>
            </a:r>
            <a:r>
              <a:rPr kumimoji="0" lang="en-US" altLang="en-US" sz="1400" b="0" i="0" u="none" strike="noStrike" cap="none" normalizeH="0" baseline="0" dirty="0" smtClean="0">
                <a:ln>
                  <a:noFill/>
                </a:ln>
                <a:solidFill>
                  <a:srgbClr val="545D7E"/>
                </a:solidFill>
                <a:effectLst/>
                <a:latin typeface="Arial" panose="020B0604020202020204" pitchFamily="34" charset="0"/>
                <a:cs typeface="Arial" panose="020B0604020202020204" pitchFamily="34" charset="0"/>
              </a:rPr>
              <a:t> uses special attributes and expressions within HTML templates to display data passed from Spring controllers. For example, </a:t>
            </a:r>
            <a:r>
              <a:rPr kumimoji="0" lang="en-US" altLang="en-US" sz="1050" b="0" i="0" u="none" strike="noStrike" cap="none" normalizeH="0" baseline="0" dirty="0" err="1" smtClean="0">
                <a:ln>
                  <a:noFill/>
                </a:ln>
                <a:solidFill>
                  <a:srgbClr val="545D7E"/>
                </a:solidFill>
                <a:effectLst/>
                <a:latin typeface="Courier New" panose="02070309020205020404" pitchFamily="49" charset="0"/>
                <a:cs typeface="Courier New" panose="02070309020205020404" pitchFamily="49" charset="0"/>
              </a:rPr>
              <a:t>th:text</a:t>
            </a:r>
            <a:r>
              <a:rPr kumimoji="0" lang="en-US" altLang="en-US" sz="1400" b="0" i="0" u="none" strike="noStrike" cap="none" normalizeH="0" baseline="0" dirty="0" smtClean="0">
                <a:ln>
                  <a:noFill/>
                </a:ln>
                <a:solidFill>
                  <a:srgbClr val="545D7E"/>
                </a:solidFill>
                <a:effectLst/>
                <a:latin typeface="Arial" panose="020B0604020202020204" pitchFamily="34" charset="0"/>
                <a:cs typeface="Arial" panose="020B0604020202020204" pitchFamily="34" charset="0"/>
              </a:rPr>
              <a:t> can be used to render text content, and </a:t>
            </a:r>
            <a:r>
              <a:rPr kumimoji="0" lang="en-US" altLang="en-US" sz="1050" b="0" i="0" u="none" strike="noStrike" cap="none" normalizeH="0" baseline="0" dirty="0" err="1" smtClean="0">
                <a:ln>
                  <a:noFill/>
                </a:ln>
                <a:solidFill>
                  <a:srgbClr val="545D7E"/>
                </a:solidFill>
                <a:effectLst/>
                <a:latin typeface="Courier New" panose="02070309020205020404" pitchFamily="49" charset="0"/>
                <a:cs typeface="Courier New" panose="02070309020205020404" pitchFamily="49" charset="0"/>
              </a:rPr>
              <a:t>th:each</a:t>
            </a:r>
            <a:r>
              <a:rPr kumimoji="0" lang="en-US" altLang="en-US" sz="1400" b="0" i="0" u="none" strike="noStrike" cap="none" normalizeH="0" baseline="0" dirty="0" smtClean="0">
                <a:ln>
                  <a:noFill/>
                </a:ln>
                <a:solidFill>
                  <a:srgbClr val="545D7E"/>
                </a:solidFill>
                <a:effectLst/>
                <a:latin typeface="Arial" panose="020B0604020202020204" pitchFamily="34" charset="0"/>
                <a:cs typeface="Arial" panose="020B0604020202020204" pitchFamily="34" charset="0"/>
              </a:rPr>
              <a:t> for iterating over collections.</a:t>
            </a:r>
            <a:endParaRPr kumimoji="0" lang="en-US" altLang="en-US" sz="1400" b="0" i="0" u="none" strike="noStrike" cap="none" normalizeH="0" baseline="0" dirty="0" smtClean="0">
              <a:ln>
                <a:noFill/>
              </a:ln>
              <a:solidFill>
                <a:srgbClr val="001D35"/>
              </a:solidFill>
              <a:effectLst/>
              <a:latin typeface="Arial" panose="020B0604020202020204" pitchFamily="34" charset="0"/>
              <a:cs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400" b="1" i="0" u="none" strike="noStrike" cap="none" normalizeH="0" baseline="0" dirty="0" smtClean="0">
                <a:ln>
                  <a:noFill/>
                </a:ln>
                <a:solidFill>
                  <a:srgbClr val="001D35"/>
                </a:solidFill>
                <a:effectLst/>
                <a:latin typeface="Arial" panose="020B0604020202020204" pitchFamily="34" charset="0"/>
                <a:cs typeface="Arial" panose="020B0604020202020204" pitchFamily="34" charset="0"/>
              </a:rPr>
              <a:t>Model integration:</a:t>
            </a:r>
            <a:endParaRPr kumimoji="0" lang="en-US" altLang="en-US" sz="1400" b="0" i="0" u="none" strike="noStrike" cap="none" normalizeH="0" baseline="0" dirty="0" smtClean="0">
              <a:ln>
                <a:noFill/>
              </a:ln>
              <a:solidFill>
                <a:srgbClr val="001D35"/>
              </a:solidFill>
              <a:effectLst/>
              <a:latin typeface="Arial" panose="020B0604020202020204" pitchFamily="34" charset="0"/>
              <a:cs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0" i="0" u="none" strike="noStrike" cap="none" normalizeH="0" baseline="0" dirty="0" smtClean="0">
                <a:ln>
                  <a:noFill/>
                </a:ln>
                <a:solidFill>
                  <a:srgbClr val="545D7E"/>
                </a:solidFill>
                <a:effectLst/>
                <a:latin typeface="Arial" panose="020B0604020202020204" pitchFamily="34" charset="0"/>
                <a:cs typeface="Arial" panose="020B0604020202020204" pitchFamily="34" charset="0"/>
              </a:rPr>
              <a:t>Spring controllers place data into the </a:t>
            </a:r>
            <a:r>
              <a:rPr kumimoji="0" lang="en-US" altLang="en-US" sz="1050" b="0" i="0" u="none" strike="noStrike" cap="none" normalizeH="0" baseline="0" dirty="0" smtClean="0">
                <a:ln>
                  <a:noFill/>
                </a:ln>
                <a:solidFill>
                  <a:srgbClr val="545D7E"/>
                </a:solidFill>
                <a:effectLst/>
                <a:latin typeface="Courier New" panose="02070309020205020404" pitchFamily="49" charset="0"/>
                <a:cs typeface="Courier New" panose="02070309020205020404" pitchFamily="49" charset="0"/>
              </a:rPr>
              <a:t>Model</a:t>
            </a:r>
            <a:r>
              <a:rPr kumimoji="0" lang="en-US" altLang="en-US" sz="1400" b="0" i="0" u="none" strike="noStrike" cap="none" normalizeH="0" baseline="0" dirty="0" smtClean="0">
                <a:ln>
                  <a:noFill/>
                </a:ln>
                <a:solidFill>
                  <a:srgbClr val="545D7E"/>
                </a:solidFill>
                <a:effectLst/>
                <a:latin typeface="Arial" panose="020B0604020202020204" pitchFamily="34" charset="0"/>
                <a:cs typeface="Arial" panose="020B0604020202020204" pitchFamily="34" charset="0"/>
              </a:rPr>
              <a:t> object, which is then accessible within </a:t>
            </a:r>
            <a:r>
              <a:rPr kumimoji="0" lang="en-US" altLang="en-US" sz="1400" b="0" i="0" u="none" strike="noStrike" cap="none" normalizeH="0" baseline="0" dirty="0" err="1" smtClean="0">
                <a:ln>
                  <a:noFill/>
                </a:ln>
                <a:solidFill>
                  <a:srgbClr val="545D7E"/>
                </a:solidFill>
                <a:effectLst/>
                <a:latin typeface="Arial" panose="020B0604020202020204" pitchFamily="34" charset="0"/>
                <a:cs typeface="Arial" panose="020B0604020202020204" pitchFamily="34" charset="0"/>
              </a:rPr>
              <a:t>Thymeleaf</a:t>
            </a:r>
            <a:r>
              <a:rPr kumimoji="0" lang="en-US" altLang="en-US" sz="1400" b="0" i="0" u="none" strike="noStrike" cap="none" normalizeH="0" baseline="0" dirty="0" smtClean="0">
                <a:ln>
                  <a:noFill/>
                </a:ln>
                <a:solidFill>
                  <a:srgbClr val="545D7E"/>
                </a:solidFill>
                <a:effectLst/>
                <a:latin typeface="Arial" panose="020B0604020202020204" pitchFamily="34" charset="0"/>
                <a:cs typeface="Arial" panose="020B0604020202020204" pitchFamily="34" charset="0"/>
              </a:rPr>
              <a:t> templates. Spring copies this model data into request attributes that </a:t>
            </a:r>
            <a:r>
              <a:rPr kumimoji="0" lang="en-US" altLang="en-US" sz="1400" b="0" i="0" u="none" strike="noStrike" cap="none" normalizeH="0" baseline="0" dirty="0" err="1" smtClean="0">
                <a:ln>
                  <a:noFill/>
                </a:ln>
                <a:solidFill>
                  <a:srgbClr val="545D7E"/>
                </a:solidFill>
                <a:effectLst/>
                <a:latin typeface="Arial" panose="020B0604020202020204" pitchFamily="34" charset="0"/>
                <a:cs typeface="Arial" panose="020B0604020202020204" pitchFamily="34" charset="0"/>
              </a:rPr>
              <a:t>Thymeleaf</a:t>
            </a:r>
            <a:r>
              <a:rPr kumimoji="0" lang="en-US" altLang="en-US" sz="1400" b="0" i="0" u="none" strike="noStrike" cap="none" normalizeH="0" baseline="0" dirty="0" smtClean="0">
                <a:ln>
                  <a:noFill/>
                </a:ln>
                <a:solidFill>
                  <a:srgbClr val="545D7E"/>
                </a:solidFill>
                <a:effectLst/>
                <a:latin typeface="Arial" panose="020B0604020202020204" pitchFamily="34" charset="0"/>
                <a:cs typeface="Arial" panose="020B0604020202020204" pitchFamily="34" charset="0"/>
              </a:rPr>
              <a:t> can process.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400" b="1" i="0" u="none" strike="noStrike" cap="none" normalizeH="0" baseline="0" dirty="0" smtClean="0">
                <a:ln>
                  <a:noFill/>
                </a:ln>
                <a:solidFill>
                  <a:srgbClr val="001D35"/>
                </a:solidFill>
                <a:effectLst/>
                <a:latin typeface="Arial" panose="020B0604020202020204" pitchFamily="34" charset="0"/>
                <a:cs typeface="Arial" panose="020B0604020202020204" pitchFamily="34" charset="0"/>
              </a:rPr>
              <a:t>Features:</a:t>
            </a:r>
            <a:endParaRPr kumimoji="0" lang="en-US" altLang="en-US" sz="1400" b="0" i="0" u="none" strike="noStrike" cap="none" normalizeH="0" baseline="0" dirty="0" smtClean="0">
              <a:ln>
                <a:noFill/>
              </a:ln>
              <a:solidFill>
                <a:srgbClr val="001D35"/>
              </a:solidFill>
              <a:effectLst/>
              <a:latin typeface="Arial" panose="020B0604020202020204" pitchFamily="34" charset="0"/>
              <a:cs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0" i="0" u="none" strike="noStrike" cap="none" normalizeH="0" baseline="0" dirty="0" err="1" smtClean="0">
                <a:ln>
                  <a:noFill/>
                </a:ln>
                <a:solidFill>
                  <a:srgbClr val="545D7E"/>
                </a:solidFill>
                <a:effectLst/>
                <a:latin typeface="Arial" panose="020B0604020202020204" pitchFamily="34" charset="0"/>
                <a:cs typeface="Arial" panose="020B0604020202020204" pitchFamily="34" charset="0"/>
              </a:rPr>
              <a:t>Thymeleaf</a:t>
            </a:r>
            <a:r>
              <a:rPr kumimoji="0" lang="en-US" altLang="en-US" sz="1400" b="0" i="0" u="none" strike="noStrike" cap="none" normalizeH="0" baseline="0" dirty="0" smtClean="0">
                <a:ln>
                  <a:noFill/>
                </a:ln>
                <a:solidFill>
                  <a:srgbClr val="545D7E"/>
                </a:solidFill>
                <a:effectLst/>
                <a:latin typeface="Arial" panose="020B0604020202020204" pitchFamily="34" charset="0"/>
                <a:cs typeface="Arial" panose="020B0604020202020204" pitchFamily="34" charset="0"/>
              </a:rPr>
              <a:t> supports various template modes (HTML, XML, TEXT, JAVASCRIPT, CSS, RAW) and offers features like fragment inclusion, layout dialects, and integration with Spring Security.</a:t>
            </a:r>
            <a:endParaRPr kumimoji="0" lang="en-US" altLang="en-US" sz="1400" b="0" i="0" u="none" strike="noStrike" cap="none" normalizeH="0" baseline="0" dirty="0" smtClean="0">
              <a:ln>
                <a:noFill/>
              </a:ln>
              <a:solidFill>
                <a:srgbClr val="001D35"/>
              </a:solidFill>
              <a:effectLst/>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996006690"/>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CA17B3E7-0816-C9EA-10A3-7D6463FCF1B6}"/>
              </a:ext>
            </a:extLst>
          </p:cNvPr>
          <p:cNvSpPr/>
          <p:nvPr/>
        </p:nvSpPr>
        <p:spPr>
          <a:xfrm>
            <a:off x="2166938" y="0"/>
            <a:ext cx="7277100" cy="797671"/>
          </a:xfrm>
          <a:prstGeom prst="rect">
            <a:avLst/>
          </a:prstGeom>
          <a:solidFill>
            <a:srgbClr val="7395D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200" dirty="0" smtClean="0">
                <a:solidFill>
                  <a:schemeClr val="tx1"/>
                </a:solidFill>
                <a:latin typeface="Baskerville Old Face" panose="02020602080505020303" pitchFamily="18" charset="0"/>
              </a:rPr>
              <a:t>Setting up </a:t>
            </a:r>
            <a:r>
              <a:rPr lang="en-US" sz="3200" dirty="0" err="1" smtClean="0">
                <a:solidFill>
                  <a:schemeClr val="tx1"/>
                </a:solidFill>
                <a:latin typeface="Baskerville Old Face" panose="02020602080505020303" pitchFamily="18" charset="0"/>
              </a:rPr>
              <a:t>Thymeleaf</a:t>
            </a:r>
            <a:r>
              <a:rPr lang="en-US" sz="3200" dirty="0" smtClean="0">
                <a:solidFill>
                  <a:schemeClr val="tx1"/>
                </a:solidFill>
                <a:latin typeface="Baskerville Old Face" panose="02020602080505020303" pitchFamily="18" charset="0"/>
              </a:rPr>
              <a:t> with Spring Boot</a:t>
            </a:r>
            <a:endParaRPr lang="en-IN" sz="3200" dirty="0">
              <a:latin typeface="Bookman Old Style" panose="02050604050505020204" pitchFamily="18" charset="0"/>
            </a:endParaRPr>
          </a:p>
        </p:txBody>
      </p:sp>
      <p:pic>
        <p:nvPicPr>
          <p:cNvPr id="8" name="Picture 7">
            <a:extLst>
              <a:ext uri="{FF2B5EF4-FFF2-40B4-BE49-F238E27FC236}">
                <a16:creationId xmlns:a16="http://schemas.microsoft.com/office/drawing/2014/main" id="{9521783E-C584-0B64-E266-16603B17D53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172702" y="0"/>
            <a:ext cx="1881186" cy="906871"/>
          </a:xfrm>
          <a:prstGeom prst="rect">
            <a:avLst/>
          </a:prstGeom>
        </p:spPr>
      </p:pic>
      <p:pic>
        <p:nvPicPr>
          <p:cNvPr id="12" name="Picture 11">
            <a:extLst>
              <a:ext uri="{FF2B5EF4-FFF2-40B4-BE49-F238E27FC236}">
                <a16:creationId xmlns:a16="http://schemas.microsoft.com/office/drawing/2014/main" id="{D80704AD-12EF-9FAD-D8CC-E8D6E9D8A14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42900" y="63176"/>
            <a:ext cx="1095374" cy="797671"/>
          </a:xfrm>
          <a:prstGeom prst="rect">
            <a:avLst/>
          </a:prstGeom>
        </p:spPr>
      </p:pic>
      <p:sp>
        <p:nvSpPr>
          <p:cNvPr id="3" name="Rectangle 1"/>
          <p:cNvSpPr>
            <a:spLocks noChangeArrowheads="1"/>
          </p:cNvSpPr>
          <p:nvPr/>
        </p:nvSpPr>
        <p:spPr bwMode="auto">
          <a:xfrm>
            <a:off x="342900" y="1170801"/>
            <a:ext cx="11232276" cy="2592957"/>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63480" rIns="0" bIns="12696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dirty="0" smtClean="0">
                <a:ln>
                  <a:noFill/>
                </a:ln>
                <a:solidFill>
                  <a:srgbClr val="001D35"/>
                </a:solidFill>
                <a:effectLst/>
                <a:latin typeface="Arial" panose="020B0604020202020204" pitchFamily="34" charset="0"/>
                <a:cs typeface="Arial" panose="020B0604020202020204" pitchFamily="34" charset="0"/>
              </a:rPr>
              <a:t>To insert the </a:t>
            </a:r>
            <a:r>
              <a:rPr kumimoji="0" lang="en-US" altLang="en-US" sz="2000" b="0" i="0" u="none" strike="noStrike" cap="none" normalizeH="0" baseline="0" dirty="0" err="1" smtClean="0">
                <a:ln>
                  <a:noFill/>
                </a:ln>
                <a:solidFill>
                  <a:srgbClr val="001D35"/>
                </a:solidFill>
                <a:effectLst/>
                <a:latin typeface="Arial" panose="020B0604020202020204" pitchFamily="34" charset="0"/>
                <a:cs typeface="Arial" panose="020B0604020202020204" pitchFamily="34" charset="0"/>
              </a:rPr>
              <a:t>Thymeleaf</a:t>
            </a:r>
            <a:r>
              <a:rPr kumimoji="0" lang="en-US" altLang="en-US" sz="2000" b="0" i="0" u="none" strike="noStrike" cap="none" normalizeH="0" baseline="0" dirty="0" smtClean="0">
                <a:ln>
                  <a:noFill/>
                </a:ln>
                <a:solidFill>
                  <a:srgbClr val="001D35"/>
                </a:solidFill>
                <a:effectLst/>
                <a:latin typeface="Arial" panose="020B0604020202020204" pitchFamily="34" charset="0"/>
                <a:cs typeface="Arial" panose="020B0604020202020204" pitchFamily="34" charset="0"/>
              </a:rPr>
              <a:t> dependency into an existing Spring Boot Maven project, modify the </a:t>
            </a:r>
            <a:r>
              <a:rPr kumimoji="0" lang="en-US" altLang="en-US" sz="1400" b="0" i="0" u="none" strike="noStrike" cap="none" normalizeH="0" baseline="0" dirty="0" smtClean="0">
                <a:ln>
                  <a:noFill/>
                </a:ln>
                <a:solidFill>
                  <a:srgbClr val="001D35"/>
                </a:solidFill>
                <a:effectLst/>
                <a:latin typeface="Courier New" panose="02070309020205020404" pitchFamily="49" charset="0"/>
                <a:cs typeface="Courier New" panose="02070309020205020404" pitchFamily="49" charset="0"/>
              </a:rPr>
              <a:t>pom.xml</a:t>
            </a:r>
            <a:r>
              <a:rPr kumimoji="0" lang="en-US" altLang="en-US" sz="2000" b="0" i="0" u="none" strike="noStrike" cap="none" normalizeH="0" baseline="0" dirty="0" smtClean="0">
                <a:ln>
                  <a:noFill/>
                </a:ln>
                <a:solidFill>
                  <a:srgbClr val="001D35"/>
                </a:solidFill>
                <a:effectLst/>
                <a:latin typeface="Arial" panose="020B0604020202020204" pitchFamily="34" charset="0"/>
                <a:cs typeface="Arial" panose="020B0604020202020204" pitchFamily="34" charset="0"/>
              </a:rPr>
              <a:t> file.</a:t>
            </a:r>
            <a:endParaRPr kumimoji="0" lang="en-US" altLang="en-US" sz="1100" b="0" i="0" u="none" strike="noStrike" cap="none" normalizeH="0" baseline="0" dirty="0" smtClean="0">
              <a:ln>
                <a:noFill/>
              </a:ln>
              <a:solidFill>
                <a:schemeClr val="tx1"/>
              </a:solidFill>
              <a:effectLst/>
            </a:endParaRP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smtClean="0">
                <a:ln>
                  <a:noFill/>
                </a:ln>
                <a:solidFill>
                  <a:srgbClr val="001D35"/>
                </a:solidFill>
                <a:effectLst/>
                <a:latin typeface="Arial" panose="020B0604020202020204" pitchFamily="34" charset="0"/>
                <a:cs typeface="Arial" panose="020B0604020202020204" pitchFamily="34" charset="0"/>
              </a:rPr>
              <a:t>Open </a:t>
            </a:r>
            <a:r>
              <a:rPr kumimoji="0" lang="en-US" altLang="en-US" sz="1400" b="0" i="0" u="none" strike="noStrike" cap="none" normalizeH="0" baseline="0" dirty="0" smtClean="0">
                <a:ln>
                  <a:noFill/>
                </a:ln>
                <a:solidFill>
                  <a:srgbClr val="001D35"/>
                </a:solidFill>
                <a:effectLst/>
                <a:latin typeface="Courier New" panose="02070309020205020404" pitchFamily="49" charset="0"/>
                <a:cs typeface="Courier New" panose="02070309020205020404" pitchFamily="49" charset="0"/>
              </a:rPr>
              <a:t>pom.xml</a:t>
            </a:r>
            <a:r>
              <a:rPr kumimoji="0" lang="en-US" altLang="en-US" sz="2000" b="0" i="0" u="none" strike="noStrike" cap="none" normalizeH="0" baseline="0" dirty="0" smtClean="0">
                <a:ln>
                  <a:noFill/>
                </a:ln>
                <a:solidFill>
                  <a:srgbClr val="001D35"/>
                </a:solidFill>
                <a:effectLst/>
                <a:latin typeface="Arial" panose="020B0604020202020204" pitchFamily="34" charset="0"/>
                <a:cs typeface="Arial" panose="020B0604020202020204" pitchFamily="34" charset="0"/>
              </a:rPr>
              <a:t>: Locate the </a:t>
            </a:r>
            <a:r>
              <a:rPr kumimoji="0" lang="en-US" altLang="en-US" sz="1400" b="0" i="0" u="none" strike="noStrike" cap="none" normalizeH="0" baseline="0" dirty="0" smtClean="0">
                <a:ln>
                  <a:noFill/>
                </a:ln>
                <a:solidFill>
                  <a:srgbClr val="001D35"/>
                </a:solidFill>
                <a:effectLst/>
                <a:latin typeface="Courier New" panose="02070309020205020404" pitchFamily="49" charset="0"/>
                <a:cs typeface="Courier New" panose="02070309020205020404" pitchFamily="49" charset="0"/>
              </a:rPr>
              <a:t>pom.xml</a:t>
            </a:r>
            <a:r>
              <a:rPr kumimoji="0" lang="en-US" altLang="en-US" sz="2000" b="0" i="0" u="none" strike="noStrike" cap="none" normalizeH="0" baseline="0" dirty="0" smtClean="0">
                <a:ln>
                  <a:noFill/>
                </a:ln>
                <a:solidFill>
                  <a:srgbClr val="001D35"/>
                </a:solidFill>
                <a:effectLst/>
                <a:latin typeface="Arial" panose="020B0604020202020204" pitchFamily="34" charset="0"/>
                <a:cs typeface="Arial" panose="020B0604020202020204" pitchFamily="34" charset="0"/>
              </a:rPr>
              <a:t> file in the root directory of your Spring Boot project.</a:t>
            </a: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smtClean="0">
                <a:ln>
                  <a:noFill/>
                </a:ln>
                <a:solidFill>
                  <a:srgbClr val="001D35"/>
                </a:solidFill>
                <a:effectLst/>
                <a:latin typeface="Arial" panose="020B0604020202020204" pitchFamily="34" charset="0"/>
                <a:cs typeface="Arial" panose="020B0604020202020204" pitchFamily="34" charset="0"/>
              </a:rPr>
              <a:t>Add the Dependency</a:t>
            </a:r>
            <a:r>
              <a:rPr kumimoji="0" lang="en-US" altLang="en-US" sz="2000" b="0" i="0" u="none" strike="noStrike" cap="none" normalizeH="0" baseline="0" dirty="0" smtClean="0">
                <a:ln>
                  <a:noFill/>
                </a:ln>
                <a:solidFill>
                  <a:srgbClr val="001D35"/>
                </a:solidFill>
                <a:effectLst/>
                <a:latin typeface="Arial" panose="020B0604020202020204" pitchFamily="34" charset="0"/>
                <a:cs typeface="Arial" panose="020B0604020202020204" pitchFamily="34" charset="0"/>
              </a:rPr>
              <a:t>: Inside the </a:t>
            </a:r>
            <a:r>
              <a:rPr kumimoji="0" lang="en-US" altLang="en-US" sz="1400" b="0" i="0" u="none" strike="noStrike" cap="none" normalizeH="0" baseline="0" dirty="0" smtClean="0">
                <a:ln>
                  <a:noFill/>
                </a:ln>
                <a:solidFill>
                  <a:srgbClr val="001D35"/>
                </a:solidFill>
                <a:effectLst/>
                <a:latin typeface="Courier New" panose="02070309020205020404" pitchFamily="49" charset="0"/>
                <a:cs typeface="Courier New" panose="02070309020205020404" pitchFamily="49" charset="0"/>
              </a:rPr>
              <a:t>&lt;dependencies&gt;</a:t>
            </a:r>
            <a:r>
              <a:rPr kumimoji="0" lang="en-US" altLang="en-US" sz="2000" b="0" i="0" u="none" strike="noStrike" cap="none" normalizeH="0" baseline="0" dirty="0" smtClean="0">
                <a:ln>
                  <a:noFill/>
                </a:ln>
                <a:solidFill>
                  <a:srgbClr val="001D35"/>
                </a:solidFill>
                <a:effectLst/>
                <a:latin typeface="Arial" panose="020B0604020202020204" pitchFamily="34" charset="0"/>
                <a:cs typeface="Arial" panose="020B0604020202020204" pitchFamily="34" charset="0"/>
              </a:rPr>
              <a:t> section of your </a:t>
            </a:r>
            <a:r>
              <a:rPr kumimoji="0" lang="en-US" altLang="en-US" sz="1400" b="0" i="0" u="none" strike="noStrike" cap="none" normalizeH="0" baseline="0" dirty="0" smtClean="0">
                <a:ln>
                  <a:noFill/>
                </a:ln>
                <a:solidFill>
                  <a:srgbClr val="001D35"/>
                </a:solidFill>
                <a:effectLst/>
                <a:latin typeface="Courier New" panose="02070309020205020404" pitchFamily="49" charset="0"/>
                <a:cs typeface="Courier New" panose="02070309020205020404" pitchFamily="49" charset="0"/>
              </a:rPr>
              <a:t>pom.xml</a:t>
            </a:r>
            <a:r>
              <a:rPr kumimoji="0" lang="en-US" altLang="en-US" sz="2000" b="0" i="0" u="none" strike="noStrike" cap="none" normalizeH="0" baseline="0" dirty="0" smtClean="0">
                <a:ln>
                  <a:noFill/>
                </a:ln>
                <a:solidFill>
                  <a:srgbClr val="001D35"/>
                </a:solidFill>
                <a:effectLst/>
                <a:latin typeface="Arial" panose="020B0604020202020204" pitchFamily="34" charset="0"/>
                <a:cs typeface="Arial" panose="020B0604020202020204" pitchFamily="34" charset="0"/>
              </a:rPr>
              <a:t>, add the </a:t>
            </a:r>
            <a:r>
              <a:rPr kumimoji="0" lang="en-US" altLang="en-US" sz="1400" b="0" i="0" u="none" strike="noStrike" cap="none" normalizeH="0" baseline="0" dirty="0" smtClean="0">
                <a:ln>
                  <a:noFill/>
                </a:ln>
                <a:solidFill>
                  <a:srgbClr val="001D35"/>
                </a:solidFill>
                <a:effectLst/>
                <a:latin typeface="Courier New" panose="02070309020205020404" pitchFamily="49" charset="0"/>
                <a:cs typeface="Courier New" panose="02070309020205020404" pitchFamily="49" charset="0"/>
              </a:rPr>
              <a:t>spring-boot-starter-</a:t>
            </a:r>
            <a:r>
              <a:rPr kumimoji="0" lang="en-US" altLang="en-US" sz="1400" b="0" i="0" u="none" strike="noStrike" cap="none" normalizeH="0" baseline="0" dirty="0" err="1" smtClean="0">
                <a:ln>
                  <a:noFill/>
                </a:ln>
                <a:solidFill>
                  <a:srgbClr val="001D35"/>
                </a:solidFill>
                <a:effectLst/>
                <a:latin typeface="Courier New" panose="02070309020205020404" pitchFamily="49" charset="0"/>
                <a:cs typeface="Courier New" panose="02070309020205020404" pitchFamily="49" charset="0"/>
              </a:rPr>
              <a:t>thymeleaf</a:t>
            </a:r>
            <a:r>
              <a:rPr kumimoji="0" lang="en-US" altLang="en-US" sz="2000" b="0" i="0" u="none" strike="noStrike" cap="none" normalizeH="0" baseline="0" dirty="0" smtClean="0">
                <a:ln>
                  <a:noFill/>
                </a:ln>
                <a:solidFill>
                  <a:srgbClr val="001D35"/>
                </a:solidFill>
                <a:effectLst/>
                <a:latin typeface="Arial" panose="020B0604020202020204" pitchFamily="34" charset="0"/>
                <a:cs typeface="Arial" panose="020B0604020202020204" pitchFamily="34" charset="0"/>
              </a:rPr>
              <a:t> dependency. This starter conveniently pulls in all necessary </a:t>
            </a:r>
            <a:r>
              <a:rPr kumimoji="0" lang="en-US" altLang="en-US" sz="2000" b="0" i="0" u="none" strike="noStrike" cap="none" normalizeH="0" baseline="0" dirty="0" err="1" smtClean="0">
                <a:ln>
                  <a:noFill/>
                </a:ln>
                <a:solidFill>
                  <a:srgbClr val="001D35"/>
                </a:solidFill>
                <a:effectLst/>
                <a:latin typeface="Arial" panose="020B0604020202020204" pitchFamily="34" charset="0"/>
                <a:cs typeface="Arial" panose="020B0604020202020204" pitchFamily="34" charset="0"/>
              </a:rPr>
              <a:t>Thymeleaf</a:t>
            </a:r>
            <a:r>
              <a:rPr kumimoji="0" lang="en-US" altLang="en-US" sz="2000" b="0" i="0" u="none" strike="noStrike" cap="none" normalizeH="0" baseline="0" dirty="0" smtClean="0">
                <a:ln>
                  <a:noFill/>
                </a:ln>
                <a:solidFill>
                  <a:srgbClr val="001D35"/>
                </a:solidFill>
                <a:effectLst/>
                <a:latin typeface="Arial" panose="020B0604020202020204" pitchFamily="34" charset="0"/>
                <a:cs typeface="Arial" panose="020B0604020202020204" pitchFamily="34" charset="0"/>
              </a:rPr>
              <a:t> and Spring integration libraries.</a:t>
            </a:r>
          </a:p>
          <a:p>
            <a:pPr marL="0" marR="0" lvl="0" indent="0" algn="just" defTabSz="914400" rtl="0" eaLnBrk="0" fontAlgn="base" latinLnBrk="0" hangingPunct="0">
              <a:lnSpc>
                <a:spcPct val="100000"/>
              </a:lnSpc>
              <a:spcBef>
                <a:spcPct val="0"/>
              </a:spcBef>
              <a:spcAft>
                <a:spcPct val="0"/>
              </a:spcAft>
              <a:buClrTx/>
              <a:buSzTx/>
              <a:buFontTx/>
              <a:buNone/>
              <a:tabLst/>
            </a:pPr>
            <a:endParaRPr kumimoji="0" lang="en-US" altLang="en-US" sz="3200" b="0" i="0" u="none" strike="noStrike" cap="none" normalizeH="0" baseline="0" dirty="0" smtClean="0">
              <a:ln>
                <a:noFill/>
              </a:ln>
              <a:solidFill>
                <a:schemeClr val="tx1"/>
              </a:solidFill>
              <a:effectLst/>
              <a:latin typeface="Arial" panose="020B0604020202020204" pitchFamily="34" charset="0"/>
            </a:endParaRPr>
          </a:p>
        </p:txBody>
      </p:sp>
      <p:sp>
        <p:nvSpPr>
          <p:cNvPr id="5" name="Rectangle 4"/>
          <p:cNvSpPr/>
          <p:nvPr/>
        </p:nvSpPr>
        <p:spPr>
          <a:xfrm>
            <a:off x="3050222" y="3163593"/>
            <a:ext cx="6096000" cy="1200329"/>
          </a:xfrm>
          <a:prstGeom prst="rect">
            <a:avLst/>
          </a:prstGeom>
        </p:spPr>
        <p:style>
          <a:lnRef idx="3">
            <a:schemeClr val="lt1"/>
          </a:lnRef>
          <a:fillRef idx="1">
            <a:schemeClr val="accent5"/>
          </a:fillRef>
          <a:effectRef idx="1">
            <a:schemeClr val="accent5"/>
          </a:effectRef>
          <a:fontRef idx="minor">
            <a:schemeClr val="lt1"/>
          </a:fontRef>
        </p:style>
        <p:txBody>
          <a:bodyPr>
            <a:spAutoFit/>
          </a:bodyPr>
          <a:lstStyle/>
          <a:p>
            <a:r>
              <a:rPr lang="en-US" dirty="0"/>
              <a:t> &lt;dependency&gt;        &lt;</a:t>
            </a:r>
            <a:r>
              <a:rPr lang="en-US" dirty="0" err="1"/>
              <a:t>groupId</a:t>
            </a:r>
            <a:r>
              <a:rPr lang="en-US" dirty="0"/>
              <a:t>&gt;</a:t>
            </a:r>
            <a:r>
              <a:rPr lang="en-US" dirty="0" err="1"/>
              <a:t>org.springframework.boot</a:t>
            </a:r>
            <a:r>
              <a:rPr lang="en-US" dirty="0"/>
              <a:t>&lt;/</a:t>
            </a:r>
            <a:r>
              <a:rPr lang="en-US" dirty="0" err="1"/>
              <a:t>groupId</a:t>
            </a:r>
            <a:r>
              <a:rPr lang="en-US" dirty="0"/>
              <a:t>&gt;        &lt;</a:t>
            </a:r>
            <a:r>
              <a:rPr lang="en-US" dirty="0" err="1"/>
              <a:t>artifactId</a:t>
            </a:r>
            <a:r>
              <a:rPr lang="en-US" dirty="0"/>
              <a:t>&gt;spring-boot-starter-</a:t>
            </a:r>
            <a:r>
              <a:rPr lang="en-US" dirty="0" err="1"/>
              <a:t>thymeleaf</a:t>
            </a:r>
            <a:r>
              <a:rPr lang="en-US" dirty="0"/>
              <a:t>&lt;/</a:t>
            </a:r>
            <a:r>
              <a:rPr lang="en-US" dirty="0" err="1"/>
              <a:t>artifactId</a:t>
            </a:r>
            <a:r>
              <a:rPr lang="en-US" dirty="0"/>
              <a:t>&gt;    &lt;/dependency&gt;</a:t>
            </a:r>
          </a:p>
        </p:txBody>
      </p:sp>
      <p:sp>
        <p:nvSpPr>
          <p:cNvPr id="6" name="Rectangle 2"/>
          <p:cNvSpPr>
            <a:spLocks noChangeArrowheads="1"/>
          </p:cNvSpPr>
          <p:nvPr/>
        </p:nvSpPr>
        <p:spPr bwMode="auto">
          <a:xfrm>
            <a:off x="216816" y="4453705"/>
            <a:ext cx="11091264" cy="2516013"/>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63480" rIns="0" bIns="12696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dirty="0" smtClean="0">
                <a:ln>
                  <a:noFill/>
                </a:ln>
                <a:solidFill>
                  <a:srgbClr val="001D35"/>
                </a:solidFill>
                <a:effectLst/>
                <a:latin typeface="Arial" panose="020B0604020202020204" pitchFamily="34" charset="0"/>
                <a:cs typeface="Arial" panose="020B0604020202020204" pitchFamily="34" charset="0"/>
              </a:rPr>
              <a:t>Note: You do not need to specify a </a:t>
            </a:r>
            <a:r>
              <a:rPr kumimoji="0" lang="en-US" altLang="en-US" sz="1400" b="0" i="0" u="none" strike="noStrike" cap="none" normalizeH="0" baseline="0" dirty="0" smtClean="0">
                <a:ln>
                  <a:noFill/>
                </a:ln>
                <a:solidFill>
                  <a:srgbClr val="001D35"/>
                </a:solidFill>
                <a:effectLst/>
                <a:latin typeface="Courier New" panose="02070309020205020404" pitchFamily="49" charset="0"/>
                <a:cs typeface="Courier New" panose="02070309020205020404" pitchFamily="49" charset="0"/>
              </a:rPr>
              <a:t>&lt;version&gt;</a:t>
            </a:r>
            <a:r>
              <a:rPr kumimoji="0" lang="en-US" altLang="en-US" sz="2000" b="0" i="0" u="none" strike="noStrike" cap="none" normalizeH="0" baseline="0" dirty="0" smtClean="0">
                <a:ln>
                  <a:noFill/>
                </a:ln>
                <a:solidFill>
                  <a:srgbClr val="001D35"/>
                </a:solidFill>
                <a:effectLst/>
                <a:latin typeface="Arial" panose="020B0604020202020204" pitchFamily="34" charset="0"/>
                <a:cs typeface="Arial" panose="020B0604020202020204" pitchFamily="34" charset="0"/>
              </a:rPr>
              <a:t> for this dependency if your project uses a Spring Boot parent POM. The parent POM will manage the version automatically, ensuring compatibility.</a:t>
            </a:r>
          </a:p>
          <a:p>
            <a:pPr marL="0" marR="0" lvl="0" indent="0" algn="just" defTabSz="914400" rtl="0" eaLnBrk="0" fontAlgn="base" latinLnBrk="0" hangingPunct="0">
              <a:lnSpc>
                <a:spcPct val="100000"/>
              </a:lnSpc>
              <a:spcBef>
                <a:spcPct val="0"/>
              </a:spcBef>
              <a:spcAft>
                <a:spcPct val="0"/>
              </a:spcAft>
              <a:buClrTx/>
              <a:buSzTx/>
              <a:buFontTx/>
              <a:buNone/>
              <a:tabLst/>
            </a:pPr>
            <a:endParaRPr kumimoji="0" lang="en-US" altLang="en-US" sz="1100" b="0" i="0" u="none" strike="noStrike" cap="none" normalizeH="0" baseline="0" dirty="0" smtClean="0">
              <a:ln>
                <a:noFill/>
              </a:ln>
              <a:solidFill>
                <a:schemeClr val="tx1"/>
              </a:solidFill>
              <a:effectLst/>
            </a:endParaRP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smtClean="0">
                <a:ln>
                  <a:noFill/>
                </a:ln>
                <a:solidFill>
                  <a:srgbClr val="001D35"/>
                </a:solidFill>
                <a:effectLst/>
                <a:latin typeface="Arial" panose="020B0604020202020204" pitchFamily="34" charset="0"/>
                <a:cs typeface="Arial" panose="020B0604020202020204" pitchFamily="34" charset="0"/>
              </a:rPr>
              <a:t>Reload Maven Project</a:t>
            </a:r>
            <a:r>
              <a:rPr kumimoji="0" lang="en-US" altLang="en-US" sz="2000" b="0" i="0" u="none" strike="noStrike" cap="none" normalizeH="0" baseline="0" dirty="0" smtClean="0">
                <a:ln>
                  <a:noFill/>
                </a:ln>
                <a:solidFill>
                  <a:srgbClr val="001D35"/>
                </a:solidFill>
                <a:effectLst/>
                <a:latin typeface="Arial" panose="020B0604020202020204" pitchFamily="34" charset="0"/>
                <a:cs typeface="Arial" panose="020B0604020202020204" pitchFamily="34" charset="0"/>
              </a:rPr>
              <a:t>: After adding the dependency, save the </a:t>
            </a:r>
            <a:r>
              <a:rPr kumimoji="0" lang="en-US" altLang="en-US" sz="1400" b="0" i="0" u="none" strike="noStrike" cap="none" normalizeH="0" baseline="0" dirty="0" smtClean="0">
                <a:ln>
                  <a:noFill/>
                </a:ln>
                <a:solidFill>
                  <a:srgbClr val="001D35"/>
                </a:solidFill>
                <a:effectLst/>
                <a:latin typeface="Courier New" panose="02070309020205020404" pitchFamily="49" charset="0"/>
                <a:cs typeface="Courier New" panose="02070309020205020404" pitchFamily="49" charset="0"/>
              </a:rPr>
              <a:t>pom.xml</a:t>
            </a:r>
            <a:r>
              <a:rPr kumimoji="0" lang="en-US" altLang="en-US" sz="2000" b="0" i="0" u="none" strike="noStrike" cap="none" normalizeH="0" baseline="0" dirty="0" smtClean="0">
                <a:ln>
                  <a:noFill/>
                </a:ln>
                <a:solidFill>
                  <a:srgbClr val="001D35"/>
                </a:solidFill>
                <a:effectLst/>
                <a:latin typeface="Arial" panose="020B0604020202020204" pitchFamily="34" charset="0"/>
                <a:cs typeface="Arial" panose="020B0604020202020204" pitchFamily="34" charset="0"/>
              </a:rPr>
              <a:t> file. Your IDE (e.g., IntelliJ IDEA, Eclipse) should detect the change and prompt you to reload the Maven project to download the new dependency. If it does not, manually trigger a Maven reload or rebuild the project.</a:t>
            </a: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dirty="0" smtClean="0">
                <a:ln>
                  <a:noFill/>
                </a:ln>
                <a:solidFill>
                  <a:srgbClr val="001D35"/>
                </a:solidFill>
                <a:effectLst/>
                <a:latin typeface="Arial" panose="020B0604020202020204" pitchFamily="34" charset="0"/>
                <a:cs typeface="Arial" panose="020B0604020202020204" pitchFamily="34" charset="0"/>
              </a:rPr>
              <a:t>Once these steps are completed, your Spring Boot project will have </a:t>
            </a:r>
            <a:r>
              <a:rPr kumimoji="0" lang="en-US" altLang="en-US" sz="2000" b="0" i="0" u="none" strike="noStrike" cap="none" normalizeH="0" baseline="0" dirty="0" err="1" smtClean="0">
                <a:ln>
                  <a:noFill/>
                </a:ln>
                <a:solidFill>
                  <a:srgbClr val="001D35"/>
                </a:solidFill>
                <a:effectLst/>
                <a:latin typeface="Arial" panose="020B0604020202020204" pitchFamily="34" charset="0"/>
                <a:cs typeface="Arial" panose="020B0604020202020204" pitchFamily="34" charset="0"/>
              </a:rPr>
              <a:t>Thymeleaf</a:t>
            </a:r>
            <a:r>
              <a:rPr kumimoji="0" lang="en-US" altLang="en-US" sz="2000" b="0" i="0" u="none" strike="noStrike" cap="none" normalizeH="0" baseline="0" dirty="0" smtClean="0">
                <a:ln>
                  <a:noFill/>
                </a:ln>
                <a:solidFill>
                  <a:srgbClr val="001D35"/>
                </a:solidFill>
                <a:effectLst/>
                <a:latin typeface="Arial" panose="020B0604020202020204" pitchFamily="34" charset="0"/>
                <a:cs typeface="Arial" panose="020B0604020202020204" pitchFamily="34" charset="0"/>
              </a:rPr>
              <a:t> integrated and ready for use in rendering web templates.</a:t>
            </a:r>
            <a:endParaRPr kumimoji="0" lang="en-US" altLang="en-US" sz="3200" b="0" i="0" u="none" strike="noStrike" cap="none" normalizeH="0" baseline="0" dirty="0" smtClean="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93538432"/>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CA17B3E7-0816-C9EA-10A3-7D6463FCF1B6}"/>
              </a:ext>
            </a:extLst>
          </p:cNvPr>
          <p:cNvSpPr/>
          <p:nvPr/>
        </p:nvSpPr>
        <p:spPr>
          <a:xfrm>
            <a:off x="2271713" y="109200"/>
            <a:ext cx="7277100" cy="797671"/>
          </a:xfrm>
          <a:prstGeom prst="rect">
            <a:avLst/>
          </a:prstGeom>
          <a:solidFill>
            <a:srgbClr val="7395D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200" dirty="0" err="1" smtClean="0">
                <a:solidFill>
                  <a:schemeClr val="tx1"/>
                </a:solidFill>
                <a:latin typeface="Baskerville Old Face" panose="02020602080505020303" pitchFamily="18" charset="0"/>
              </a:rPr>
              <a:t>Thymeleaf</a:t>
            </a:r>
            <a:r>
              <a:rPr lang="en-US" sz="3200" dirty="0" smtClean="0">
                <a:solidFill>
                  <a:schemeClr val="tx1"/>
                </a:solidFill>
                <a:latin typeface="Baskerville Old Face" panose="02020602080505020303" pitchFamily="18" charset="0"/>
              </a:rPr>
              <a:t> attribute</a:t>
            </a:r>
            <a:endParaRPr lang="en-IN" sz="3200" dirty="0">
              <a:latin typeface="Bookman Old Style" panose="02050604050505020204" pitchFamily="18" charset="0"/>
            </a:endParaRPr>
          </a:p>
        </p:txBody>
      </p:sp>
      <p:pic>
        <p:nvPicPr>
          <p:cNvPr id="3" name="Picture 2">
            <a:extLst>
              <a:ext uri="{FF2B5EF4-FFF2-40B4-BE49-F238E27FC236}">
                <a16:creationId xmlns:a16="http://schemas.microsoft.com/office/drawing/2014/main" id="{9521783E-C584-0B64-E266-16603B17D53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172702" y="0"/>
            <a:ext cx="1881186" cy="906871"/>
          </a:xfrm>
          <a:prstGeom prst="rect">
            <a:avLst/>
          </a:prstGeom>
        </p:spPr>
      </p:pic>
      <p:pic>
        <p:nvPicPr>
          <p:cNvPr id="4" name="Picture 3">
            <a:extLst>
              <a:ext uri="{FF2B5EF4-FFF2-40B4-BE49-F238E27FC236}">
                <a16:creationId xmlns:a16="http://schemas.microsoft.com/office/drawing/2014/main" id="{D80704AD-12EF-9FAD-D8CC-E8D6E9D8A14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42900" y="63176"/>
            <a:ext cx="1095374" cy="797671"/>
          </a:xfrm>
          <a:prstGeom prst="rect">
            <a:avLst/>
          </a:prstGeom>
        </p:spPr>
      </p:pic>
      <p:sp>
        <p:nvSpPr>
          <p:cNvPr id="5" name="Rectangle 1"/>
          <p:cNvSpPr>
            <a:spLocks noChangeArrowheads="1"/>
          </p:cNvSpPr>
          <p:nvPr/>
        </p:nvSpPr>
        <p:spPr bwMode="auto">
          <a:xfrm>
            <a:off x="190500" y="756390"/>
            <a:ext cx="11601450" cy="6101610"/>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63480" rIns="0" bIns="12696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2400" b="0" i="0" u="none" strike="noStrike" cap="none" normalizeH="0" baseline="0" dirty="0" smtClean="0">
                <a:ln>
                  <a:noFill/>
                </a:ln>
                <a:solidFill>
                  <a:srgbClr val="001D35"/>
                </a:solidFill>
                <a:effectLst/>
                <a:cs typeface="Arial" panose="020B0604020202020204" pitchFamily="34" charset="0"/>
              </a:rPr>
              <a:t>Explanation of </a:t>
            </a:r>
            <a:r>
              <a:rPr kumimoji="0" lang="en-US" altLang="en-US" sz="2400" b="0" i="0" u="none" strike="noStrike" cap="none" normalizeH="0" baseline="0" dirty="0" err="1" smtClean="0">
                <a:ln>
                  <a:noFill/>
                </a:ln>
                <a:solidFill>
                  <a:srgbClr val="001D35"/>
                </a:solidFill>
                <a:effectLst/>
                <a:cs typeface="Arial" panose="020B0604020202020204" pitchFamily="34" charset="0"/>
              </a:rPr>
              <a:t>Thymeleaf</a:t>
            </a:r>
            <a:r>
              <a:rPr kumimoji="0" lang="en-US" altLang="en-US" sz="2400" b="0" i="0" u="none" strike="noStrike" cap="none" normalizeH="0" baseline="0" dirty="0" smtClean="0">
                <a:ln>
                  <a:noFill/>
                </a:ln>
                <a:solidFill>
                  <a:srgbClr val="001D35"/>
                </a:solidFill>
                <a:effectLst/>
                <a:cs typeface="Arial" panose="020B0604020202020204" pitchFamily="34" charset="0"/>
              </a:rPr>
              <a:t> Attributes:</a:t>
            </a:r>
            <a:endParaRPr kumimoji="0" lang="en-US" altLang="en-US" sz="2400" b="0" i="0" u="none" strike="noStrike" cap="none" normalizeH="0" baseline="0" dirty="0" smtClean="0">
              <a:ln>
                <a:noFill/>
              </a:ln>
              <a:solidFill>
                <a:schemeClr val="tx1"/>
              </a:solidFill>
              <a:effectLst/>
            </a:endParaRP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err="1" smtClean="0">
                <a:ln>
                  <a:noFill/>
                </a:ln>
                <a:solidFill>
                  <a:srgbClr val="001D35"/>
                </a:solidFill>
                <a:effectLst/>
                <a:latin typeface="Courier New" panose="02070309020205020404" pitchFamily="49" charset="0"/>
                <a:cs typeface="Courier New" panose="02070309020205020404" pitchFamily="49" charset="0"/>
              </a:rPr>
              <a:t>th:text</a:t>
            </a:r>
            <a:r>
              <a:rPr kumimoji="0" lang="en-US" altLang="en-US" sz="2400" b="0" i="0" u="none" strike="noStrike" cap="none" normalizeH="0" baseline="0" dirty="0" smtClean="0">
                <a:ln>
                  <a:noFill/>
                </a:ln>
                <a:solidFill>
                  <a:srgbClr val="001D35"/>
                </a:solidFill>
                <a:effectLst/>
                <a:latin typeface="Courier New" panose="02070309020205020404" pitchFamily="49" charset="0"/>
                <a:cs typeface="Courier New" panose="02070309020205020404" pitchFamily="49" charset="0"/>
              </a:rPr>
              <a:t>="${</a:t>
            </a:r>
            <a:r>
              <a:rPr kumimoji="0" lang="en-US" altLang="en-US" sz="2400" b="0" i="0" u="none" strike="noStrike" cap="none" normalizeH="0" baseline="0" dirty="0" err="1" smtClean="0">
                <a:ln>
                  <a:noFill/>
                </a:ln>
                <a:solidFill>
                  <a:srgbClr val="001D35"/>
                </a:solidFill>
                <a:effectLst/>
                <a:latin typeface="Courier New" panose="02070309020205020404" pitchFamily="49" charset="0"/>
                <a:cs typeface="Courier New" panose="02070309020205020404" pitchFamily="49" charset="0"/>
              </a:rPr>
              <a:t>variableName</a:t>
            </a:r>
            <a:r>
              <a:rPr kumimoji="0" lang="en-US" altLang="en-US" sz="2400" b="0" i="0" u="none" strike="noStrike" cap="none" normalizeH="0" baseline="0" dirty="0" smtClean="0">
                <a:ln>
                  <a:noFill/>
                </a:ln>
                <a:solidFill>
                  <a:srgbClr val="001D35"/>
                </a:solidFill>
                <a:effectLst/>
                <a:latin typeface="Courier New" panose="02070309020205020404" pitchFamily="49" charset="0"/>
                <a:cs typeface="Courier New" panose="02070309020205020404" pitchFamily="49" charset="0"/>
              </a:rPr>
              <a:t>}"</a:t>
            </a:r>
            <a:r>
              <a:rPr kumimoji="0" lang="en-US" altLang="en-US" sz="2400" b="0" i="0" u="none" strike="noStrike" cap="none" normalizeH="0" baseline="0" dirty="0" smtClean="0">
                <a:ln>
                  <a:noFill/>
                </a:ln>
                <a:solidFill>
                  <a:srgbClr val="001D35"/>
                </a:solidFill>
                <a:effectLst/>
                <a:cs typeface="Arial" panose="020B0604020202020204" pitchFamily="34" charset="0"/>
              </a:rPr>
              <a:t>: Replaces the element's text content with the value of the </a:t>
            </a:r>
            <a:r>
              <a:rPr kumimoji="0" lang="en-US" altLang="en-US" sz="2400" b="0" i="0" u="none" strike="noStrike" cap="none" normalizeH="0" baseline="0" dirty="0" err="1" smtClean="0">
                <a:ln>
                  <a:noFill/>
                </a:ln>
                <a:solidFill>
                  <a:srgbClr val="001D35"/>
                </a:solidFill>
                <a:effectLst/>
                <a:latin typeface="Courier New" panose="02070309020205020404" pitchFamily="49" charset="0"/>
                <a:cs typeface="Courier New" panose="02070309020205020404" pitchFamily="49" charset="0"/>
              </a:rPr>
              <a:t>variableName</a:t>
            </a:r>
            <a:r>
              <a:rPr kumimoji="0" lang="en-US" altLang="en-US" sz="2400" b="0" i="0" u="none" strike="noStrike" cap="none" normalizeH="0" baseline="0" dirty="0" smtClean="0">
                <a:ln>
                  <a:noFill/>
                </a:ln>
                <a:solidFill>
                  <a:srgbClr val="001D35"/>
                </a:solidFill>
                <a:effectLst/>
                <a:cs typeface="Arial" panose="020B0604020202020204" pitchFamily="34" charset="0"/>
              </a:rPr>
              <a:t> from the model.</a:t>
            </a:r>
          </a:p>
          <a:p>
            <a:pPr marL="0" marR="0" lvl="0" indent="0" algn="just" defTabSz="914400" rtl="0" eaLnBrk="0" fontAlgn="base" latinLnBrk="0" hangingPunct="0">
              <a:lnSpc>
                <a:spcPct val="100000"/>
              </a:lnSpc>
              <a:spcBef>
                <a:spcPct val="0"/>
              </a:spcBef>
              <a:spcAft>
                <a:spcPct val="0"/>
              </a:spcAft>
              <a:buClrTx/>
              <a:buSzTx/>
              <a:tabLst/>
            </a:pPr>
            <a:endParaRPr kumimoji="0" lang="en-US" altLang="en-US" sz="2400" b="0" i="0" u="none" strike="noStrike" cap="none" normalizeH="0" baseline="0" dirty="0" smtClean="0">
              <a:ln>
                <a:noFill/>
              </a:ln>
              <a:solidFill>
                <a:srgbClr val="001D35"/>
              </a:solidFill>
              <a:effectLst/>
              <a:cs typeface="Arial" panose="020B0604020202020204" pitchFamily="34" charset="0"/>
            </a:endParaRP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err="1" smtClean="0">
                <a:ln>
                  <a:noFill/>
                </a:ln>
                <a:solidFill>
                  <a:srgbClr val="001D35"/>
                </a:solidFill>
                <a:effectLst/>
                <a:latin typeface="Courier New" panose="02070309020205020404" pitchFamily="49" charset="0"/>
                <a:cs typeface="Courier New" panose="02070309020205020404" pitchFamily="49" charset="0"/>
              </a:rPr>
              <a:t>th:each</a:t>
            </a:r>
            <a:r>
              <a:rPr kumimoji="0" lang="en-US" altLang="en-US" sz="2400" b="0" i="0" u="none" strike="noStrike" cap="none" normalizeH="0" baseline="0" dirty="0" smtClean="0">
                <a:ln>
                  <a:noFill/>
                </a:ln>
                <a:solidFill>
                  <a:srgbClr val="001D35"/>
                </a:solidFill>
                <a:effectLst/>
                <a:latin typeface="Courier New" panose="02070309020205020404" pitchFamily="49" charset="0"/>
                <a:cs typeface="Courier New" panose="02070309020205020404" pitchFamily="49" charset="0"/>
              </a:rPr>
              <a:t>="item : ${collection}"</a:t>
            </a:r>
            <a:r>
              <a:rPr kumimoji="0" lang="en-US" altLang="en-US" sz="2400" b="0" i="0" u="none" strike="noStrike" cap="none" normalizeH="0" baseline="0" dirty="0" smtClean="0">
                <a:ln>
                  <a:noFill/>
                </a:ln>
                <a:solidFill>
                  <a:srgbClr val="001D35"/>
                </a:solidFill>
                <a:effectLst/>
                <a:cs typeface="Arial" panose="020B0604020202020204" pitchFamily="34" charset="0"/>
              </a:rPr>
              <a:t>: Iterates over a collection (e.g., a </a:t>
            </a:r>
            <a:r>
              <a:rPr kumimoji="0" lang="en-US" altLang="en-US" sz="2400" b="0" i="0" u="none" strike="noStrike" cap="none" normalizeH="0" baseline="0" dirty="0" smtClean="0">
                <a:ln>
                  <a:noFill/>
                </a:ln>
                <a:solidFill>
                  <a:srgbClr val="001D35"/>
                </a:solidFill>
                <a:effectLst/>
                <a:latin typeface="Courier New" panose="02070309020205020404" pitchFamily="49" charset="0"/>
                <a:cs typeface="Courier New" panose="02070309020205020404" pitchFamily="49" charset="0"/>
              </a:rPr>
              <a:t>List</a:t>
            </a:r>
            <a:r>
              <a:rPr kumimoji="0" lang="en-US" altLang="en-US" sz="2400" b="0" i="0" u="none" strike="noStrike" cap="none" normalizeH="0" baseline="0" dirty="0" smtClean="0">
                <a:ln>
                  <a:noFill/>
                </a:ln>
                <a:solidFill>
                  <a:srgbClr val="001D35"/>
                </a:solidFill>
                <a:effectLst/>
                <a:cs typeface="Arial" panose="020B0604020202020204" pitchFamily="34" charset="0"/>
              </a:rPr>
              <a:t>) and renders the enclosed element for each item. You can then access properties of each </a:t>
            </a:r>
            <a:r>
              <a:rPr kumimoji="0" lang="en-US" altLang="en-US" sz="2400" b="0" i="0" u="none" strike="noStrike" cap="none" normalizeH="0" baseline="0" dirty="0" smtClean="0">
                <a:ln>
                  <a:noFill/>
                </a:ln>
                <a:solidFill>
                  <a:srgbClr val="001D35"/>
                </a:solidFill>
                <a:effectLst/>
                <a:latin typeface="Courier New" panose="02070309020205020404" pitchFamily="49" charset="0"/>
                <a:cs typeface="Courier New" panose="02070309020205020404" pitchFamily="49" charset="0"/>
              </a:rPr>
              <a:t>item</a:t>
            </a:r>
            <a:r>
              <a:rPr kumimoji="0" lang="en-US" altLang="en-US" sz="2400" b="0" i="0" u="none" strike="noStrike" cap="none" normalizeH="0" baseline="0" dirty="0" smtClean="0">
                <a:ln>
                  <a:noFill/>
                </a:ln>
                <a:solidFill>
                  <a:srgbClr val="001D35"/>
                </a:solidFill>
                <a:effectLst/>
                <a:cs typeface="Arial" panose="020B0604020202020204" pitchFamily="34" charset="0"/>
              </a:rPr>
              <a:t> within the loop.</a:t>
            </a:r>
          </a:p>
          <a:p>
            <a:pPr marL="0" marR="0" lvl="0" indent="0" algn="just" defTabSz="914400" rtl="0" eaLnBrk="0" fontAlgn="base" latinLnBrk="0" hangingPunct="0">
              <a:lnSpc>
                <a:spcPct val="100000"/>
              </a:lnSpc>
              <a:spcBef>
                <a:spcPct val="0"/>
              </a:spcBef>
              <a:spcAft>
                <a:spcPct val="0"/>
              </a:spcAft>
              <a:buClrTx/>
              <a:buSzTx/>
              <a:tabLst/>
            </a:pPr>
            <a:endParaRPr kumimoji="0" lang="en-US" altLang="en-US" sz="2400" b="0" i="0" u="none" strike="noStrike" cap="none" normalizeH="0" baseline="0" dirty="0" smtClean="0">
              <a:ln>
                <a:noFill/>
              </a:ln>
              <a:solidFill>
                <a:srgbClr val="001D35"/>
              </a:solidFill>
              <a:effectLst/>
              <a:cs typeface="Arial" panose="020B0604020202020204" pitchFamily="34" charset="0"/>
            </a:endParaRP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err="1" smtClean="0">
                <a:ln>
                  <a:noFill/>
                </a:ln>
                <a:solidFill>
                  <a:srgbClr val="001D35"/>
                </a:solidFill>
                <a:effectLst/>
                <a:latin typeface="Courier New" panose="02070309020205020404" pitchFamily="49" charset="0"/>
                <a:cs typeface="Courier New" panose="02070309020205020404" pitchFamily="49" charset="0"/>
              </a:rPr>
              <a:t>th:if</a:t>
            </a:r>
            <a:r>
              <a:rPr kumimoji="0" lang="en-US" altLang="en-US" sz="2400" b="0" i="0" u="none" strike="noStrike" cap="none" normalizeH="0" baseline="0" dirty="0" smtClean="0">
                <a:ln>
                  <a:noFill/>
                </a:ln>
                <a:solidFill>
                  <a:srgbClr val="001D35"/>
                </a:solidFill>
                <a:effectLst/>
                <a:latin typeface="Courier New" panose="02070309020205020404" pitchFamily="49" charset="0"/>
                <a:cs typeface="Courier New" panose="02070309020205020404" pitchFamily="49" charset="0"/>
              </a:rPr>
              <a:t>="${condition}"</a:t>
            </a:r>
            <a:r>
              <a:rPr kumimoji="0" lang="en-US" altLang="en-US" sz="2400" b="0" i="0" u="none" strike="noStrike" cap="none" normalizeH="0" baseline="0" dirty="0" smtClean="0">
                <a:ln>
                  <a:noFill/>
                </a:ln>
                <a:solidFill>
                  <a:srgbClr val="001D35"/>
                </a:solidFill>
                <a:effectLst/>
                <a:cs typeface="Arial" panose="020B0604020202020204" pitchFamily="34" charset="0"/>
              </a:rPr>
              <a:t>: Renders the element only if the </a:t>
            </a:r>
            <a:r>
              <a:rPr kumimoji="0" lang="en-US" altLang="en-US" sz="2400" b="0" i="0" u="none" strike="noStrike" cap="none" normalizeH="0" baseline="0" dirty="0" smtClean="0">
                <a:ln>
                  <a:noFill/>
                </a:ln>
                <a:solidFill>
                  <a:srgbClr val="001D35"/>
                </a:solidFill>
                <a:effectLst/>
                <a:latin typeface="Courier New" panose="02070309020205020404" pitchFamily="49" charset="0"/>
                <a:cs typeface="Courier New" panose="02070309020205020404" pitchFamily="49" charset="0"/>
              </a:rPr>
              <a:t>condition</a:t>
            </a:r>
            <a:r>
              <a:rPr kumimoji="0" lang="en-US" altLang="en-US" sz="2400" b="0" i="0" u="none" strike="noStrike" cap="none" normalizeH="0" baseline="0" dirty="0" smtClean="0">
                <a:ln>
                  <a:noFill/>
                </a:ln>
                <a:solidFill>
                  <a:srgbClr val="001D35"/>
                </a:solidFill>
                <a:effectLst/>
                <a:cs typeface="Arial" panose="020B0604020202020204" pitchFamily="34" charset="0"/>
              </a:rPr>
              <a:t> evaluates to </a:t>
            </a:r>
            <a:r>
              <a:rPr kumimoji="0" lang="en-US" altLang="en-US" sz="2400" b="0" i="0" u="none" strike="noStrike" cap="none" normalizeH="0" baseline="0" dirty="0" smtClean="0">
                <a:ln>
                  <a:noFill/>
                </a:ln>
                <a:solidFill>
                  <a:srgbClr val="001D35"/>
                </a:solidFill>
                <a:effectLst/>
                <a:latin typeface="Courier New" panose="02070309020205020404" pitchFamily="49" charset="0"/>
                <a:cs typeface="Courier New" panose="02070309020205020404" pitchFamily="49" charset="0"/>
              </a:rPr>
              <a:t>true</a:t>
            </a:r>
            <a:r>
              <a:rPr kumimoji="0" lang="en-US" altLang="en-US" sz="2400" b="0" i="0" u="none" strike="noStrike" cap="none" normalizeH="0" baseline="0" dirty="0" smtClean="0">
                <a:ln>
                  <a:noFill/>
                </a:ln>
                <a:solidFill>
                  <a:srgbClr val="001D35"/>
                </a:solidFill>
                <a:effectLst/>
                <a:cs typeface="Arial" panose="020B0604020202020204" pitchFamily="34" charset="0"/>
              </a:rPr>
              <a:t>.</a:t>
            </a: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err="1" smtClean="0">
                <a:ln>
                  <a:noFill/>
                </a:ln>
                <a:solidFill>
                  <a:srgbClr val="001D35"/>
                </a:solidFill>
                <a:effectLst/>
                <a:latin typeface="Courier New" panose="02070309020205020404" pitchFamily="49" charset="0"/>
                <a:cs typeface="Courier New" panose="02070309020205020404" pitchFamily="49" charset="0"/>
              </a:rPr>
              <a:t>th:href</a:t>
            </a:r>
            <a:r>
              <a:rPr kumimoji="0" lang="en-US" altLang="en-US" sz="2400" b="0" i="0" u="none" strike="noStrike" cap="none" normalizeH="0" baseline="0" dirty="0" smtClean="0">
                <a:ln>
                  <a:noFill/>
                </a:ln>
                <a:solidFill>
                  <a:srgbClr val="001D35"/>
                </a:solidFill>
                <a:effectLst/>
                <a:latin typeface="Courier New" panose="02070309020205020404" pitchFamily="49" charset="0"/>
                <a:cs typeface="Courier New" panose="02070309020205020404" pitchFamily="49" charset="0"/>
              </a:rPr>
              <a:t>="@{/path}"</a:t>
            </a:r>
            <a:r>
              <a:rPr kumimoji="0" lang="en-US" altLang="en-US" sz="2400" b="0" i="0" u="none" strike="noStrike" cap="none" normalizeH="0" baseline="0" dirty="0" smtClean="0">
                <a:ln>
                  <a:noFill/>
                </a:ln>
                <a:solidFill>
                  <a:srgbClr val="001D35"/>
                </a:solidFill>
                <a:effectLst/>
                <a:cs typeface="Arial" panose="020B0604020202020204" pitchFamily="34" charset="0"/>
              </a:rPr>
              <a:t>: Creates dynamic URLs.</a:t>
            </a:r>
          </a:p>
          <a:p>
            <a:pPr marL="0" marR="0" lvl="0" indent="0" algn="just" defTabSz="914400" rtl="0" eaLnBrk="0" fontAlgn="base" latinLnBrk="0" hangingPunct="0">
              <a:lnSpc>
                <a:spcPct val="100000"/>
              </a:lnSpc>
              <a:spcBef>
                <a:spcPct val="0"/>
              </a:spcBef>
              <a:spcAft>
                <a:spcPct val="0"/>
              </a:spcAft>
              <a:buClrTx/>
              <a:buSzTx/>
              <a:tabLst/>
            </a:pPr>
            <a:endParaRPr kumimoji="0" lang="en-US" altLang="en-US" sz="2400" b="0" i="0" u="none" strike="noStrike" cap="none" normalizeH="0" baseline="0" dirty="0" smtClean="0">
              <a:ln>
                <a:noFill/>
              </a:ln>
              <a:solidFill>
                <a:srgbClr val="001D35"/>
              </a:solidFill>
              <a:effectLst/>
              <a:cs typeface="Arial" panose="020B0604020202020204" pitchFamily="34" charset="0"/>
            </a:endParaRP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err="1" smtClean="0">
                <a:ln>
                  <a:noFill/>
                </a:ln>
                <a:solidFill>
                  <a:srgbClr val="001D35"/>
                </a:solidFill>
                <a:effectLst/>
                <a:latin typeface="Courier New" panose="02070309020205020404" pitchFamily="49" charset="0"/>
                <a:cs typeface="Courier New" panose="02070309020205020404" pitchFamily="49" charset="0"/>
              </a:rPr>
              <a:t>th:value</a:t>
            </a:r>
            <a:r>
              <a:rPr kumimoji="0" lang="en-US" altLang="en-US" sz="2400" b="0" i="0" u="none" strike="noStrike" cap="none" normalizeH="0" baseline="0" dirty="0" smtClean="0">
                <a:ln>
                  <a:noFill/>
                </a:ln>
                <a:solidFill>
                  <a:srgbClr val="001D35"/>
                </a:solidFill>
                <a:effectLst/>
                <a:latin typeface="Courier New" panose="02070309020205020404" pitchFamily="49" charset="0"/>
                <a:cs typeface="Courier New" panose="02070309020205020404" pitchFamily="49" charset="0"/>
              </a:rPr>
              <a:t>="${</a:t>
            </a:r>
            <a:r>
              <a:rPr kumimoji="0" lang="en-US" altLang="en-US" sz="2400" b="0" i="0" u="none" strike="noStrike" cap="none" normalizeH="0" baseline="0" dirty="0" err="1" smtClean="0">
                <a:ln>
                  <a:noFill/>
                </a:ln>
                <a:solidFill>
                  <a:srgbClr val="001D35"/>
                </a:solidFill>
                <a:effectLst/>
                <a:latin typeface="Courier New" panose="02070309020205020404" pitchFamily="49" charset="0"/>
                <a:cs typeface="Courier New" panose="02070309020205020404" pitchFamily="49" charset="0"/>
              </a:rPr>
              <a:t>variableName</a:t>
            </a:r>
            <a:r>
              <a:rPr kumimoji="0" lang="en-US" altLang="en-US" sz="2400" b="0" i="0" u="none" strike="noStrike" cap="none" normalizeH="0" baseline="0" dirty="0" smtClean="0">
                <a:ln>
                  <a:noFill/>
                </a:ln>
                <a:solidFill>
                  <a:srgbClr val="001D35"/>
                </a:solidFill>
                <a:effectLst/>
                <a:latin typeface="Courier New" panose="02070309020205020404" pitchFamily="49" charset="0"/>
                <a:cs typeface="Courier New" panose="02070309020205020404" pitchFamily="49" charset="0"/>
              </a:rPr>
              <a:t>}"</a:t>
            </a:r>
            <a:r>
              <a:rPr kumimoji="0" lang="en-US" altLang="en-US" sz="2400" b="0" i="0" u="none" strike="noStrike" cap="none" normalizeH="0" baseline="0" dirty="0" smtClean="0">
                <a:ln>
                  <a:noFill/>
                </a:ln>
                <a:solidFill>
                  <a:srgbClr val="001D35"/>
                </a:solidFill>
                <a:effectLst/>
                <a:cs typeface="Arial" panose="020B0604020202020204" pitchFamily="34" charset="0"/>
              </a:rPr>
              <a:t>: Sets the </a:t>
            </a:r>
            <a:r>
              <a:rPr kumimoji="0" lang="en-US" altLang="en-US" sz="2400" b="0" i="0" u="none" strike="noStrike" cap="none" normalizeH="0" baseline="0" dirty="0" smtClean="0">
                <a:ln>
                  <a:noFill/>
                </a:ln>
                <a:solidFill>
                  <a:srgbClr val="001D35"/>
                </a:solidFill>
                <a:effectLst/>
                <a:latin typeface="Courier New" panose="02070309020205020404" pitchFamily="49" charset="0"/>
                <a:cs typeface="Courier New" panose="02070309020205020404" pitchFamily="49" charset="0"/>
              </a:rPr>
              <a:t>value</a:t>
            </a:r>
            <a:r>
              <a:rPr kumimoji="0" lang="en-US" altLang="en-US" sz="2400" b="0" i="0" u="none" strike="noStrike" cap="none" normalizeH="0" baseline="0" dirty="0" smtClean="0">
                <a:ln>
                  <a:noFill/>
                </a:ln>
                <a:solidFill>
                  <a:srgbClr val="001D35"/>
                </a:solidFill>
                <a:effectLst/>
                <a:cs typeface="Arial" panose="020B0604020202020204" pitchFamily="34" charset="0"/>
              </a:rPr>
              <a:t> attribute of input fields.</a:t>
            </a:r>
          </a:p>
          <a:p>
            <a:pPr marL="0" marR="0" lvl="0" indent="0" algn="just" defTabSz="914400" rtl="0" eaLnBrk="0" fontAlgn="base" latinLnBrk="0" hangingPunct="0">
              <a:lnSpc>
                <a:spcPct val="100000"/>
              </a:lnSpc>
              <a:spcBef>
                <a:spcPct val="0"/>
              </a:spcBef>
              <a:spcAft>
                <a:spcPct val="0"/>
              </a:spcAft>
              <a:buClrTx/>
              <a:buSzTx/>
              <a:tabLst/>
            </a:pPr>
            <a:endParaRPr kumimoji="0" lang="en-US" altLang="en-US" sz="2400" b="0" i="0" u="none" strike="noStrike" cap="none" normalizeH="0" baseline="0" dirty="0" smtClean="0">
              <a:ln>
                <a:noFill/>
              </a:ln>
              <a:solidFill>
                <a:srgbClr val="001D35"/>
              </a:solidFill>
              <a:effectLst/>
              <a:cs typeface="Arial" panose="020B0604020202020204" pitchFamily="34" charset="0"/>
            </a:endParaRP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2400" b="0" i="0" u="none" strike="noStrike" cap="none" normalizeH="0" baseline="0" dirty="0" smtClean="0">
                <a:ln>
                  <a:noFill/>
                </a:ln>
                <a:solidFill>
                  <a:srgbClr val="001D35"/>
                </a:solidFill>
                <a:effectLst/>
                <a:cs typeface="Arial" panose="020B0604020202020204" pitchFamily="34" charset="0"/>
              </a:rPr>
              <a:t>By following these steps, you can effectively integrate </a:t>
            </a:r>
            <a:r>
              <a:rPr kumimoji="0" lang="en-US" altLang="en-US" sz="2400" b="0" i="0" u="none" strike="noStrike" cap="none" normalizeH="0" baseline="0" dirty="0" err="1" smtClean="0">
                <a:ln>
                  <a:noFill/>
                </a:ln>
                <a:solidFill>
                  <a:srgbClr val="001D35"/>
                </a:solidFill>
                <a:effectLst/>
                <a:cs typeface="Arial" panose="020B0604020202020204" pitchFamily="34" charset="0"/>
              </a:rPr>
              <a:t>Thymeleaf</a:t>
            </a:r>
            <a:r>
              <a:rPr kumimoji="0" lang="en-US" altLang="en-US" sz="2400" b="0" i="0" u="none" strike="noStrike" cap="none" normalizeH="0" baseline="0" dirty="0" smtClean="0">
                <a:ln>
                  <a:noFill/>
                </a:ln>
                <a:solidFill>
                  <a:srgbClr val="001D35"/>
                </a:solidFill>
                <a:effectLst/>
                <a:cs typeface="Arial" panose="020B0604020202020204" pitchFamily="34" charset="0"/>
              </a:rPr>
              <a:t> with Spring Boot to create dynamic web pages that display data from your backend.</a:t>
            </a:r>
            <a:endParaRPr kumimoji="0" lang="en-US" altLang="en-US" sz="2400" b="0" i="0" u="none" strike="noStrike" cap="none" normalizeH="0" baseline="0" dirty="0" smtClean="0">
              <a:ln>
                <a:noFill/>
              </a:ln>
              <a:solidFill>
                <a:schemeClr val="tx1"/>
              </a:solidFill>
              <a:effectLst/>
            </a:endParaRPr>
          </a:p>
        </p:txBody>
      </p:sp>
    </p:spTree>
    <p:extLst>
      <p:ext uri="{BB962C8B-B14F-4D97-AF65-F5344CB8AC3E}">
        <p14:creationId xmlns:p14="http://schemas.microsoft.com/office/powerpoint/2010/main" val="3870208361"/>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CA17B3E7-0816-C9EA-10A3-7D6463FCF1B6}"/>
              </a:ext>
            </a:extLst>
          </p:cNvPr>
          <p:cNvSpPr/>
          <p:nvPr/>
        </p:nvSpPr>
        <p:spPr>
          <a:xfrm>
            <a:off x="2166938" y="0"/>
            <a:ext cx="7277100" cy="797671"/>
          </a:xfrm>
          <a:prstGeom prst="rect">
            <a:avLst/>
          </a:prstGeom>
          <a:solidFill>
            <a:srgbClr val="7395D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200" dirty="0" smtClean="0">
                <a:solidFill>
                  <a:schemeClr val="tx1"/>
                </a:solidFill>
                <a:latin typeface="Baskerville Old Face" panose="02020602080505020303" pitchFamily="18" charset="0"/>
              </a:rPr>
              <a:t>Rendering Dynamic Content</a:t>
            </a:r>
            <a:endParaRPr lang="en-IN" sz="3200" dirty="0">
              <a:latin typeface="Bookman Old Style" panose="02050604050505020204" pitchFamily="18" charset="0"/>
            </a:endParaRPr>
          </a:p>
        </p:txBody>
      </p:sp>
      <p:pic>
        <p:nvPicPr>
          <p:cNvPr id="8" name="Picture 7">
            <a:extLst>
              <a:ext uri="{FF2B5EF4-FFF2-40B4-BE49-F238E27FC236}">
                <a16:creationId xmlns:a16="http://schemas.microsoft.com/office/drawing/2014/main" id="{9521783E-C584-0B64-E266-16603B17D53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172702" y="0"/>
            <a:ext cx="1881186" cy="906871"/>
          </a:xfrm>
          <a:prstGeom prst="rect">
            <a:avLst/>
          </a:prstGeom>
        </p:spPr>
      </p:pic>
      <p:pic>
        <p:nvPicPr>
          <p:cNvPr id="12" name="Picture 11">
            <a:extLst>
              <a:ext uri="{FF2B5EF4-FFF2-40B4-BE49-F238E27FC236}">
                <a16:creationId xmlns:a16="http://schemas.microsoft.com/office/drawing/2014/main" id="{D80704AD-12EF-9FAD-D8CC-E8D6E9D8A14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42900" y="63176"/>
            <a:ext cx="1095374" cy="797671"/>
          </a:xfrm>
          <a:prstGeom prst="rect">
            <a:avLst/>
          </a:prstGeom>
        </p:spPr>
      </p:pic>
      <p:pic>
        <p:nvPicPr>
          <p:cNvPr id="3" name="Picture 2"/>
          <p:cNvPicPr>
            <a:picLocks noChangeAspect="1"/>
          </p:cNvPicPr>
          <p:nvPr/>
        </p:nvPicPr>
        <p:blipFill rotWithShape="1">
          <a:blip r:embed="rId4"/>
          <a:srcRect r="541" b="15246"/>
          <a:stretch/>
        </p:blipFill>
        <p:spPr>
          <a:xfrm>
            <a:off x="497207" y="1169043"/>
            <a:ext cx="11494165" cy="5509550"/>
          </a:xfrm>
          <a:prstGeom prst="rect">
            <a:avLst/>
          </a:prstGeom>
        </p:spPr>
      </p:pic>
    </p:spTree>
    <p:extLst>
      <p:ext uri="{BB962C8B-B14F-4D97-AF65-F5344CB8AC3E}">
        <p14:creationId xmlns:p14="http://schemas.microsoft.com/office/powerpoint/2010/main" val="3276969219"/>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CA17B3E7-0816-C9EA-10A3-7D6463FCF1B6}"/>
              </a:ext>
            </a:extLst>
          </p:cNvPr>
          <p:cNvSpPr/>
          <p:nvPr/>
        </p:nvSpPr>
        <p:spPr>
          <a:xfrm>
            <a:off x="2166938" y="0"/>
            <a:ext cx="7277100" cy="797671"/>
          </a:xfrm>
          <a:prstGeom prst="rect">
            <a:avLst/>
          </a:prstGeom>
          <a:solidFill>
            <a:srgbClr val="7395D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3200" dirty="0" err="1" smtClean="0">
                <a:latin typeface="Bookman Old Style" panose="02050604050505020204" pitchFamily="18" charset="0"/>
              </a:rPr>
              <a:t>Thymeleaf</a:t>
            </a:r>
            <a:r>
              <a:rPr lang="en-IN" sz="3200" dirty="0" smtClean="0">
                <a:latin typeface="Bookman Old Style" panose="02050604050505020204" pitchFamily="18" charset="0"/>
              </a:rPr>
              <a:t> Template</a:t>
            </a:r>
            <a:endParaRPr lang="en-IN" sz="3200" dirty="0">
              <a:latin typeface="Bookman Old Style" panose="02050604050505020204" pitchFamily="18" charset="0"/>
            </a:endParaRPr>
          </a:p>
        </p:txBody>
      </p:sp>
      <p:pic>
        <p:nvPicPr>
          <p:cNvPr id="8" name="Picture 7">
            <a:extLst>
              <a:ext uri="{FF2B5EF4-FFF2-40B4-BE49-F238E27FC236}">
                <a16:creationId xmlns:a16="http://schemas.microsoft.com/office/drawing/2014/main" id="{9521783E-C584-0B64-E266-16603B17D53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172702" y="0"/>
            <a:ext cx="1881186" cy="906871"/>
          </a:xfrm>
          <a:prstGeom prst="rect">
            <a:avLst/>
          </a:prstGeom>
        </p:spPr>
      </p:pic>
      <p:pic>
        <p:nvPicPr>
          <p:cNvPr id="12" name="Picture 11">
            <a:extLst>
              <a:ext uri="{FF2B5EF4-FFF2-40B4-BE49-F238E27FC236}">
                <a16:creationId xmlns:a16="http://schemas.microsoft.com/office/drawing/2014/main" id="{D80704AD-12EF-9FAD-D8CC-E8D6E9D8A14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42900" y="63176"/>
            <a:ext cx="1095374" cy="797671"/>
          </a:xfrm>
          <a:prstGeom prst="rect">
            <a:avLst/>
          </a:prstGeom>
        </p:spPr>
      </p:pic>
      <p:pic>
        <p:nvPicPr>
          <p:cNvPr id="9" name="Picture 8"/>
          <p:cNvPicPr>
            <a:picLocks noChangeAspect="1"/>
          </p:cNvPicPr>
          <p:nvPr/>
        </p:nvPicPr>
        <p:blipFill rotWithShape="1">
          <a:blip r:embed="rId4"/>
          <a:srcRect r="-1463" b="12948"/>
          <a:stretch/>
        </p:blipFill>
        <p:spPr>
          <a:xfrm>
            <a:off x="773487" y="1158595"/>
            <a:ext cx="9843135" cy="4750359"/>
          </a:xfrm>
          <a:prstGeom prst="rect">
            <a:avLst/>
          </a:prstGeom>
        </p:spPr>
      </p:pic>
      <p:pic>
        <p:nvPicPr>
          <p:cNvPr id="2" name="Picture 1"/>
          <p:cNvPicPr>
            <a:picLocks noChangeAspect="1"/>
          </p:cNvPicPr>
          <p:nvPr/>
        </p:nvPicPr>
        <p:blipFill rotWithShape="1">
          <a:blip r:embed="rId5"/>
          <a:srcRect l="17084" t="10371" r="49167" b="42963"/>
          <a:stretch/>
        </p:blipFill>
        <p:spPr>
          <a:xfrm>
            <a:off x="6019800" y="2057400"/>
            <a:ext cx="6172200" cy="4800600"/>
          </a:xfrm>
          <a:prstGeom prst="rect">
            <a:avLst/>
          </a:prstGeom>
        </p:spPr>
      </p:pic>
      <p:sp>
        <p:nvSpPr>
          <p:cNvPr id="3" name="TextBox 2"/>
          <p:cNvSpPr txBox="1"/>
          <p:nvPr/>
        </p:nvSpPr>
        <p:spPr>
          <a:xfrm>
            <a:off x="581025" y="6248400"/>
            <a:ext cx="4528869" cy="369332"/>
          </a:xfrm>
          <a:prstGeom prst="rect">
            <a:avLst/>
          </a:prstGeom>
          <a:noFill/>
        </p:spPr>
        <p:txBody>
          <a:bodyPr wrap="none" rtlCol="0">
            <a:spAutoFit/>
          </a:bodyPr>
          <a:lstStyle/>
          <a:p>
            <a:r>
              <a:rPr lang="en-US" dirty="0" smtClean="0"/>
              <a:t>Note:  </a:t>
            </a:r>
            <a:r>
              <a:rPr lang="en-US" dirty="0" err="1" smtClean="0"/>
              <a:t>th</a:t>
            </a:r>
            <a:r>
              <a:rPr lang="en-US" dirty="0" smtClean="0"/>
              <a:t>: attribute to display dynamic content</a:t>
            </a:r>
            <a:endParaRPr lang="en-US" dirty="0"/>
          </a:p>
        </p:txBody>
      </p:sp>
    </p:spTree>
    <p:extLst>
      <p:ext uri="{BB962C8B-B14F-4D97-AF65-F5344CB8AC3E}">
        <p14:creationId xmlns:p14="http://schemas.microsoft.com/office/powerpoint/2010/main" val="523414335"/>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CA17B3E7-0816-C9EA-10A3-7D6463FCF1B6}"/>
              </a:ext>
            </a:extLst>
          </p:cNvPr>
          <p:cNvSpPr/>
          <p:nvPr/>
        </p:nvSpPr>
        <p:spPr>
          <a:xfrm>
            <a:off x="2166938" y="0"/>
            <a:ext cx="7277100" cy="797671"/>
          </a:xfrm>
          <a:prstGeom prst="rect">
            <a:avLst/>
          </a:prstGeom>
          <a:solidFill>
            <a:srgbClr val="7395D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200" dirty="0" smtClean="0">
                <a:solidFill>
                  <a:schemeClr val="tx1"/>
                </a:solidFill>
                <a:latin typeface="Baskerville Old Face" panose="02020602080505020303" pitchFamily="18" charset="0"/>
              </a:rPr>
              <a:t>Controller using Entity</a:t>
            </a:r>
            <a:endParaRPr lang="en-IN" sz="3200" dirty="0">
              <a:latin typeface="Bookman Old Style" panose="02050604050505020204" pitchFamily="18" charset="0"/>
            </a:endParaRPr>
          </a:p>
        </p:txBody>
      </p:sp>
      <p:pic>
        <p:nvPicPr>
          <p:cNvPr id="8" name="Picture 7">
            <a:extLst>
              <a:ext uri="{FF2B5EF4-FFF2-40B4-BE49-F238E27FC236}">
                <a16:creationId xmlns:a16="http://schemas.microsoft.com/office/drawing/2014/main" id="{9521783E-C584-0B64-E266-16603B17D53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172702" y="0"/>
            <a:ext cx="1881186" cy="906871"/>
          </a:xfrm>
          <a:prstGeom prst="rect">
            <a:avLst/>
          </a:prstGeom>
        </p:spPr>
      </p:pic>
      <p:pic>
        <p:nvPicPr>
          <p:cNvPr id="12" name="Picture 11">
            <a:extLst>
              <a:ext uri="{FF2B5EF4-FFF2-40B4-BE49-F238E27FC236}">
                <a16:creationId xmlns:a16="http://schemas.microsoft.com/office/drawing/2014/main" id="{D80704AD-12EF-9FAD-D8CC-E8D6E9D8A14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42900" y="63176"/>
            <a:ext cx="1095374" cy="797671"/>
          </a:xfrm>
          <a:prstGeom prst="rect">
            <a:avLst/>
          </a:prstGeom>
        </p:spPr>
      </p:pic>
      <p:pic>
        <p:nvPicPr>
          <p:cNvPr id="3" name="Picture 2"/>
          <p:cNvPicPr>
            <a:picLocks noChangeAspect="1"/>
          </p:cNvPicPr>
          <p:nvPr/>
        </p:nvPicPr>
        <p:blipFill rotWithShape="1">
          <a:blip r:embed="rId4"/>
          <a:srcRect l="63" t="1597" r="40732" b="19107"/>
          <a:stretch/>
        </p:blipFill>
        <p:spPr>
          <a:xfrm>
            <a:off x="266425" y="1482484"/>
            <a:ext cx="6268825" cy="4722829"/>
          </a:xfrm>
          <a:prstGeom prst="rect">
            <a:avLst/>
          </a:prstGeom>
        </p:spPr>
      </p:pic>
      <p:pic>
        <p:nvPicPr>
          <p:cNvPr id="5" name="Picture 4"/>
          <p:cNvPicPr>
            <a:picLocks noChangeAspect="1"/>
          </p:cNvPicPr>
          <p:nvPr/>
        </p:nvPicPr>
        <p:blipFill rotWithShape="1">
          <a:blip r:embed="rId5"/>
          <a:srcRect l="64" t="1480" r="57131" b="35456"/>
          <a:stretch/>
        </p:blipFill>
        <p:spPr>
          <a:xfrm>
            <a:off x="6600561" y="1643350"/>
            <a:ext cx="5076809" cy="4207116"/>
          </a:xfrm>
          <a:prstGeom prst="rect">
            <a:avLst/>
          </a:prstGeom>
        </p:spPr>
      </p:pic>
      <p:sp>
        <p:nvSpPr>
          <p:cNvPr id="6" name="TextBox 5"/>
          <p:cNvSpPr txBox="1"/>
          <p:nvPr/>
        </p:nvSpPr>
        <p:spPr>
          <a:xfrm>
            <a:off x="2028825" y="6405006"/>
            <a:ext cx="5954225" cy="369332"/>
          </a:xfrm>
          <a:prstGeom prst="rect">
            <a:avLst/>
          </a:prstGeom>
          <a:noFill/>
        </p:spPr>
        <p:txBody>
          <a:bodyPr wrap="square" rtlCol="0">
            <a:spAutoFit/>
          </a:bodyPr>
          <a:lstStyle/>
          <a:p>
            <a:r>
              <a:rPr lang="en-US" dirty="0" smtClean="0"/>
              <a:t>Note: </a:t>
            </a:r>
            <a:r>
              <a:rPr lang="en-US" dirty="0" err="1" smtClean="0"/>
              <a:t>retrun</a:t>
            </a:r>
            <a:r>
              <a:rPr lang="en-US" dirty="0" smtClean="0"/>
              <a:t> “people” refers people.html template file</a:t>
            </a:r>
            <a:endParaRPr lang="en-US" dirty="0"/>
          </a:p>
        </p:txBody>
      </p:sp>
    </p:spTree>
    <p:extLst>
      <p:ext uri="{BB962C8B-B14F-4D97-AF65-F5344CB8AC3E}">
        <p14:creationId xmlns:p14="http://schemas.microsoft.com/office/powerpoint/2010/main" val="1970694410"/>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CA17B3E7-0816-C9EA-10A3-7D6463FCF1B6}"/>
              </a:ext>
            </a:extLst>
          </p:cNvPr>
          <p:cNvSpPr/>
          <p:nvPr/>
        </p:nvSpPr>
        <p:spPr>
          <a:xfrm>
            <a:off x="2166938" y="0"/>
            <a:ext cx="7277100" cy="1133475"/>
          </a:xfrm>
          <a:prstGeom prst="rect">
            <a:avLst/>
          </a:prstGeom>
          <a:solidFill>
            <a:srgbClr val="7395D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200" dirty="0" smtClean="0">
                <a:solidFill>
                  <a:schemeClr val="tx1"/>
                </a:solidFill>
                <a:latin typeface="Baskerville Old Face" panose="02020602080505020303" pitchFamily="18" charset="0"/>
              </a:rPr>
              <a:t>Handling Forms and Form Validation with </a:t>
            </a:r>
            <a:r>
              <a:rPr lang="en-US" sz="3200" dirty="0" err="1" smtClean="0">
                <a:solidFill>
                  <a:schemeClr val="tx1"/>
                </a:solidFill>
                <a:latin typeface="Baskerville Old Face" panose="02020602080505020303" pitchFamily="18" charset="0"/>
              </a:rPr>
              <a:t>thymeleaf</a:t>
            </a:r>
            <a:endParaRPr lang="en-IN" sz="3200" dirty="0">
              <a:latin typeface="Bookman Old Style" panose="02050604050505020204" pitchFamily="18" charset="0"/>
            </a:endParaRPr>
          </a:p>
        </p:txBody>
      </p:sp>
      <p:pic>
        <p:nvPicPr>
          <p:cNvPr id="8" name="Picture 7">
            <a:extLst>
              <a:ext uri="{FF2B5EF4-FFF2-40B4-BE49-F238E27FC236}">
                <a16:creationId xmlns:a16="http://schemas.microsoft.com/office/drawing/2014/main" id="{9521783E-C584-0B64-E266-16603B17D53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172702" y="0"/>
            <a:ext cx="1881186" cy="906871"/>
          </a:xfrm>
          <a:prstGeom prst="rect">
            <a:avLst/>
          </a:prstGeom>
        </p:spPr>
      </p:pic>
      <p:pic>
        <p:nvPicPr>
          <p:cNvPr id="12" name="Picture 11">
            <a:extLst>
              <a:ext uri="{FF2B5EF4-FFF2-40B4-BE49-F238E27FC236}">
                <a16:creationId xmlns:a16="http://schemas.microsoft.com/office/drawing/2014/main" id="{D80704AD-12EF-9FAD-D8CC-E8D6E9D8A14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42900" y="63176"/>
            <a:ext cx="1095374" cy="797671"/>
          </a:xfrm>
          <a:prstGeom prst="rect">
            <a:avLst/>
          </a:prstGeom>
        </p:spPr>
      </p:pic>
      <p:sp>
        <p:nvSpPr>
          <p:cNvPr id="2" name="Rectangle 1"/>
          <p:cNvSpPr>
            <a:spLocks noChangeArrowheads="1"/>
          </p:cNvSpPr>
          <p:nvPr/>
        </p:nvSpPr>
        <p:spPr bwMode="auto">
          <a:xfrm>
            <a:off x="588170" y="1364307"/>
            <a:ext cx="10734675" cy="4347283"/>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63480" rIns="0" bIns="12696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b="1" i="0" u="none" strike="noStrike" cap="none" normalizeH="0" baseline="0" dirty="0" smtClean="0">
                <a:ln>
                  <a:noFill/>
                </a:ln>
                <a:solidFill>
                  <a:srgbClr val="001D35"/>
                </a:solidFill>
                <a:effectLst/>
                <a:cs typeface="Arial" panose="020B0604020202020204" pitchFamily="34" charset="0"/>
              </a:rPr>
              <a:t>1. Form-Backing Bean (Command Object):</a:t>
            </a:r>
            <a:endParaRPr kumimoji="0" lang="en-US" altLang="en-US" b="1" i="0" u="none" strike="noStrike" cap="none" normalizeH="0" baseline="0" dirty="0" smtClean="0">
              <a:ln>
                <a:noFill/>
              </a:ln>
              <a:solidFill>
                <a:schemeClr val="tx1"/>
              </a:solidFill>
              <a:effectLst/>
            </a:endParaRP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smtClean="0">
                <a:ln>
                  <a:noFill/>
                </a:ln>
                <a:solidFill>
                  <a:srgbClr val="001D35"/>
                </a:solidFill>
                <a:effectLst/>
                <a:cs typeface="Arial" panose="020B0604020202020204" pitchFamily="34" charset="0"/>
              </a:rPr>
              <a:t>Create a Java class that represents the data collected by your form. This class will have fields corresponding to the form inputs and appropriate getters and setters.</a:t>
            </a: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smtClean="0">
                <a:ln>
                  <a:noFill/>
                </a:ln>
                <a:solidFill>
                  <a:srgbClr val="001D35"/>
                </a:solidFill>
                <a:effectLst/>
                <a:cs typeface="Arial" panose="020B0604020202020204" pitchFamily="34" charset="0"/>
              </a:rPr>
              <a:t>For validation, annotate the fields of this class with Bean Validation annotations (e.g., </a:t>
            </a:r>
            <a:r>
              <a:rPr kumimoji="0" lang="en-US" altLang="en-US" b="0" i="0" u="none" strike="noStrike" cap="none" normalizeH="0" baseline="0" dirty="0" smtClean="0">
                <a:ln>
                  <a:noFill/>
                </a:ln>
                <a:solidFill>
                  <a:srgbClr val="001D35"/>
                </a:solidFill>
                <a:effectLst/>
                <a:latin typeface="Courier New" panose="02070309020205020404" pitchFamily="49" charset="0"/>
                <a:cs typeface="Courier New" panose="02070309020205020404" pitchFamily="49" charset="0"/>
              </a:rPr>
              <a:t>@</a:t>
            </a:r>
            <a:r>
              <a:rPr kumimoji="0" lang="en-US" altLang="en-US" b="0" i="0" u="none" strike="noStrike" cap="none" normalizeH="0" baseline="0" dirty="0" err="1" smtClean="0">
                <a:ln>
                  <a:noFill/>
                </a:ln>
                <a:solidFill>
                  <a:srgbClr val="001D35"/>
                </a:solidFill>
                <a:effectLst/>
                <a:latin typeface="Courier New" panose="02070309020205020404" pitchFamily="49" charset="0"/>
                <a:cs typeface="Courier New" panose="02070309020205020404" pitchFamily="49" charset="0"/>
              </a:rPr>
              <a:t>NotNull</a:t>
            </a:r>
            <a:r>
              <a:rPr kumimoji="0" lang="en-US" altLang="en-US" b="0" i="0" u="none" strike="noStrike" cap="none" normalizeH="0" baseline="0" dirty="0" smtClean="0">
                <a:ln>
                  <a:noFill/>
                </a:ln>
                <a:solidFill>
                  <a:srgbClr val="001D35"/>
                </a:solidFill>
                <a:effectLst/>
                <a:cs typeface="Arial" panose="020B0604020202020204" pitchFamily="34" charset="0"/>
              </a:rPr>
              <a:t>, </a:t>
            </a:r>
            <a:r>
              <a:rPr kumimoji="0" lang="en-US" altLang="en-US" b="0" i="0" u="none" strike="noStrike" cap="none" normalizeH="0" baseline="0" dirty="0" smtClean="0">
                <a:ln>
                  <a:noFill/>
                </a:ln>
                <a:solidFill>
                  <a:srgbClr val="001D35"/>
                </a:solidFill>
                <a:effectLst/>
                <a:latin typeface="Courier New" panose="02070309020205020404" pitchFamily="49" charset="0"/>
                <a:cs typeface="Courier New" panose="02070309020205020404" pitchFamily="49" charset="0"/>
              </a:rPr>
              <a:t>@Size</a:t>
            </a:r>
            <a:r>
              <a:rPr kumimoji="0" lang="en-US" altLang="en-US" b="0" i="0" u="none" strike="noStrike" cap="none" normalizeH="0" baseline="0" dirty="0" smtClean="0">
                <a:ln>
                  <a:noFill/>
                </a:ln>
                <a:solidFill>
                  <a:srgbClr val="001D35"/>
                </a:solidFill>
                <a:effectLst/>
                <a:cs typeface="Arial" panose="020B0604020202020204" pitchFamily="34" charset="0"/>
              </a:rPr>
              <a:t>, </a:t>
            </a:r>
            <a:r>
              <a:rPr kumimoji="0" lang="en-US" altLang="en-US" b="0" i="0" u="none" strike="noStrike" cap="none" normalizeH="0" baseline="0" dirty="0" smtClean="0">
                <a:ln>
                  <a:noFill/>
                </a:ln>
                <a:solidFill>
                  <a:srgbClr val="001D35"/>
                </a:solidFill>
                <a:effectLst/>
                <a:latin typeface="Courier New" panose="02070309020205020404" pitchFamily="49" charset="0"/>
                <a:cs typeface="Courier New" panose="02070309020205020404" pitchFamily="49" charset="0"/>
              </a:rPr>
              <a:t>@Min</a:t>
            </a:r>
            <a:r>
              <a:rPr kumimoji="0" lang="en-US" altLang="en-US" b="0" i="0" u="none" strike="noStrike" cap="none" normalizeH="0" baseline="0" dirty="0" smtClean="0">
                <a:ln>
                  <a:noFill/>
                </a:ln>
                <a:solidFill>
                  <a:srgbClr val="001D35"/>
                </a:solidFill>
                <a:effectLst/>
                <a:cs typeface="Arial" panose="020B0604020202020204" pitchFamily="34" charset="0"/>
              </a:rPr>
              <a:t>, </a:t>
            </a:r>
            <a:r>
              <a:rPr kumimoji="0" lang="en-US" altLang="en-US" b="0" i="0" u="none" strike="noStrike" cap="none" normalizeH="0" baseline="0" dirty="0" smtClean="0">
                <a:ln>
                  <a:noFill/>
                </a:ln>
                <a:solidFill>
                  <a:srgbClr val="001D35"/>
                </a:solidFill>
                <a:effectLst/>
                <a:latin typeface="Courier New" panose="02070309020205020404" pitchFamily="49" charset="0"/>
                <a:cs typeface="Courier New" panose="02070309020205020404" pitchFamily="49" charset="0"/>
              </a:rPr>
              <a:t>@Max</a:t>
            </a:r>
            <a:r>
              <a:rPr kumimoji="0" lang="en-US" altLang="en-US" b="0" i="0" u="none" strike="noStrike" cap="none" normalizeH="0" baseline="0" dirty="0" smtClean="0">
                <a:ln>
                  <a:noFill/>
                </a:ln>
                <a:solidFill>
                  <a:srgbClr val="001D35"/>
                </a:solidFill>
                <a:effectLst/>
                <a:cs typeface="Arial" panose="020B0604020202020204" pitchFamily="34" charset="0"/>
              </a:rPr>
              <a:t>, </a:t>
            </a:r>
            <a:r>
              <a:rPr kumimoji="0" lang="en-US" altLang="en-US" b="0" i="0" u="none" strike="noStrike" cap="none" normalizeH="0" baseline="0" dirty="0" smtClean="0">
                <a:ln>
                  <a:noFill/>
                </a:ln>
                <a:solidFill>
                  <a:srgbClr val="001D35"/>
                </a:solidFill>
                <a:effectLst/>
                <a:latin typeface="Courier New" panose="02070309020205020404" pitchFamily="49" charset="0"/>
                <a:cs typeface="Courier New" panose="02070309020205020404" pitchFamily="49" charset="0"/>
              </a:rPr>
              <a:t>@Pattern, @</a:t>
            </a:r>
            <a:r>
              <a:rPr kumimoji="0" lang="en-US" altLang="en-US" b="0" i="0" u="none" strike="noStrike" cap="none" normalizeH="0" baseline="0" dirty="0" err="1" smtClean="0">
                <a:ln>
                  <a:noFill/>
                </a:ln>
                <a:solidFill>
                  <a:srgbClr val="001D35"/>
                </a:solidFill>
                <a:effectLst/>
                <a:latin typeface="Courier New" panose="02070309020205020404" pitchFamily="49" charset="0"/>
                <a:cs typeface="Courier New" panose="02070309020205020404" pitchFamily="49" charset="0"/>
              </a:rPr>
              <a:t>Future,@Past</a:t>
            </a:r>
            <a:r>
              <a:rPr kumimoji="0" lang="en-US" altLang="en-US" b="0" i="0" u="none" strike="noStrike" cap="none" normalizeH="0" baseline="0" dirty="0" smtClean="0">
                <a:ln>
                  <a:noFill/>
                </a:ln>
                <a:solidFill>
                  <a:srgbClr val="001D35"/>
                </a:solidFill>
                <a:effectLst/>
                <a:cs typeface="Arial" panose="020B0604020202020204" pitchFamily="34" charset="0"/>
              </a:rPr>
              <a:t>).</a:t>
            </a: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smtClean="0">
                <a:ln>
                  <a:noFill/>
                </a:ln>
                <a:solidFill>
                  <a:srgbClr val="001D35"/>
                </a:solidFill>
                <a:effectLst/>
                <a:cs typeface="Arial" panose="020B0604020202020204" pitchFamily="34" charset="0"/>
              </a:rPr>
              <a:t>2. Controller:</a:t>
            </a:r>
            <a:endParaRPr kumimoji="0" lang="en-US" altLang="en-US" b="0" i="0" u="none" strike="noStrike" cap="none" normalizeH="0" baseline="0" dirty="0" smtClean="0">
              <a:ln>
                <a:noFill/>
              </a:ln>
              <a:solidFill>
                <a:schemeClr val="tx1"/>
              </a:solidFill>
              <a:effectLst/>
            </a:endParaRP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b="1" i="0" u="none" strike="noStrike" cap="none" normalizeH="0" baseline="0" dirty="0" smtClean="0">
                <a:ln>
                  <a:noFill/>
                </a:ln>
                <a:solidFill>
                  <a:srgbClr val="001D35"/>
                </a:solidFill>
                <a:effectLst/>
                <a:cs typeface="Arial" panose="020B0604020202020204" pitchFamily="34" charset="0"/>
              </a:rPr>
              <a:t>GET Request:</a:t>
            </a:r>
            <a:endParaRPr kumimoji="0" lang="en-US" altLang="en-US" b="0" i="0" u="none" strike="noStrike" cap="none" normalizeH="0" baseline="0" dirty="0" smtClean="0">
              <a:ln>
                <a:noFill/>
              </a:ln>
              <a:solidFill>
                <a:srgbClr val="001D35"/>
              </a:solidFill>
              <a:effectLst/>
              <a:cs typeface="Arial" panose="020B0604020202020204" pitchFamily="34" charset="0"/>
            </a:endParaRP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smtClean="0">
                <a:ln>
                  <a:noFill/>
                </a:ln>
                <a:solidFill>
                  <a:srgbClr val="545D7E"/>
                </a:solidFill>
                <a:effectLst/>
                <a:cs typeface="Arial" panose="020B0604020202020204" pitchFamily="34" charset="0"/>
              </a:rPr>
              <a:t>A controller method handles the initial display of the form. It typically creates an instance of the form-backing bean and adds it to the </a:t>
            </a:r>
            <a:r>
              <a:rPr kumimoji="0" lang="en-US" altLang="en-US" b="0" i="0" u="none" strike="noStrike" cap="none" normalizeH="0" baseline="0" dirty="0" smtClean="0">
                <a:ln>
                  <a:noFill/>
                </a:ln>
                <a:solidFill>
                  <a:srgbClr val="545D7E"/>
                </a:solidFill>
                <a:effectLst/>
                <a:latin typeface="Courier New" panose="02070309020205020404" pitchFamily="49" charset="0"/>
                <a:cs typeface="Courier New" panose="02070309020205020404" pitchFamily="49" charset="0"/>
              </a:rPr>
              <a:t>Model</a:t>
            </a:r>
            <a:r>
              <a:rPr kumimoji="0" lang="en-US" altLang="en-US" b="0" i="0" u="none" strike="noStrike" cap="none" normalizeH="0" baseline="0" dirty="0" smtClean="0">
                <a:ln>
                  <a:noFill/>
                </a:ln>
                <a:solidFill>
                  <a:srgbClr val="545D7E"/>
                </a:solidFill>
                <a:effectLst/>
                <a:cs typeface="Arial" panose="020B0604020202020204" pitchFamily="34" charset="0"/>
              </a:rPr>
              <a:t> for </a:t>
            </a:r>
            <a:r>
              <a:rPr kumimoji="0" lang="en-US" altLang="en-US" b="0" i="0" u="none" strike="noStrike" cap="none" normalizeH="0" baseline="0" dirty="0" err="1" smtClean="0">
                <a:ln>
                  <a:noFill/>
                </a:ln>
                <a:solidFill>
                  <a:srgbClr val="545D7E"/>
                </a:solidFill>
                <a:effectLst/>
                <a:cs typeface="Arial" panose="020B0604020202020204" pitchFamily="34" charset="0"/>
              </a:rPr>
              <a:t>Thymeleaf</a:t>
            </a:r>
            <a:r>
              <a:rPr kumimoji="0" lang="en-US" altLang="en-US" b="0" i="0" u="none" strike="noStrike" cap="none" normalizeH="0" baseline="0" dirty="0" smtClean="0">
                <a:ln>
                  <a:noFill/>
                </a:ln>
                <a:solidFill>
                  <a:srgbClr val="545D7E"/>
                </a:solidFill>
                <a:effectLst/>
                <a:cs typeface="Arial" panose="020B0604020202020204" pitchFamily="34" charset="0"/>
              </a:rPr>
              <a:t> to access using </a:t>
            </a:r>
            <a:r>
              <a:rPr kumimoji="0" lang="en-US" altLang="en-US" b="0" i="0" u="none" strike="noStrike" cap="none" normalizeH="0" baseline="0" dirty="0" err="1" smtClean="0">
                <a:ln>
                  <a:noFill/>
                </a:ln>
                <a:solidFill>
                  <a:srgbClr val="545D7E"/>
                </a:solidFill>
                <a:effectLst/>
                <a:latin typeface="Courier New" panose="02070309020205020404" pitchFamily="49" charset="0"/>
                <a:cs typeface="Courier New" panose="02070309020205020404" pitchFamily="49" charset="0"/>
              </a:rPr>
              <a:t>model.addAttribute</a:t>
            </a:r>
            <a:r>
              <a:rPr kumimoji="0" lang="en-US" altLang="en-US" b="0" i="0" u="none" strike="noStrike" cap="none" normalizeH="0" baseline="0" dirty="0" smtClean="0">
                <a:ln>
                  <a:noFill/>
                </a:ln>
                <a:solidFill>
                  <a:srgbClr val="545D7E"/>
                </a:solidFill>
                <a:effectLst/>
                <a:latin typeface="Courier New" panose="02070309020205020404" pitchFamily="49" charset="0"/>
                <a:cs typeface="Courier New" panose="02070309020205020404" pitchFamily="49" charset="0"/>
              </a:rPr>
              <a:t>("</a:t>
            </a:r>
            <a:r>
              <a:rPr kumimoji="0" lang="en-US" altLang="en-US" b="0" i="0" u="none" strike="noStrike" cap="none" normalizeH="0" baseline="0" dirty="0" err="1" smtClean="0">
                <a:ln>
                  <a:noFill/>
                </a:ln>
                <a:solidFill>
                  <a:srgbClr val="545D7E"/>
                </a:solidFill>
                <a:effectLst/>
                <a:latin typeface="Courier New" panose="02070309020205020404" pitchFamily="49" charset="0"/>
                <a:cs typeface="Courier New" panose="02070309020205020404" pitchFamily="49" charset="0"/>
              </a:rPr>
              <a:t>objectName</a:t>
            </a:r>
            <a:r>
              <a:rPr kumimoji="0" lang="en-US" altLang="en-US" b="0" i="0" u="none" strike="noStrike" cap="none" normalizeH="0" baseline="0" dirty="0" smtClean="0">
                <a:ln>
                  <a:noFill/>
                </a:ln>
                <a:solidFill>
                  <a:srgbClr val="545D7E"/>
                </a:solidFill>
                <a:effectLst/>
                <a:latin typeface="Courier New" panose="02070309020205020404" pitchFamily="49" charset="0"/>
                <a:cs typeface="Courier New" panose="02070309020205020404" pitchFamily="49" charset="0"/>
              </a:rPr>
              <a:t>", new </a:t>
            </a:r>
            <a:r>
              <a:rPr kumimoji="0" lang="en-US" altLang="en-US" b="0" i="0" u="none" strike="noStrike" cap="none" normalizeH="0" baseline="0" dirty="0" err="1" smtClean="0">
                <a:ln>
                  <a:noFill/>
                </a:ln>
                <a:solidFill>
                  <a:srgbClr val="545D7E"/>
                </a:solidFill>
                <a:effectLst/>
                <a:latin typeface="Courier New" panose="02070309020205020404" pitchFamily="49" charset="0"/>
                <a:cs typeface="Courier New" panose="02070309020205020404" pitchFamily="49" charset="0"/>
              </a:rPr>
              <a:t>ObjectName</a:t>
            </a:r>
            <a:r>
              <a:rPr kumimoji="0" lang="en-US" altLang="en-US" b="0" i="0" u="none" strike="noStrike" cap="none" normalizeH="0" baseline="0" dirty="0" smtClean="0">
                <a:ln>
                  <a:noFill/>
                </a:ln>
                <a:solidFill>
                  <a:srgbClr val="545D7E"/>
                </a:solidFill>
                <a:effectLst/>
                <a:latin typeface="Courier New" panose="02070309020205020404" pitchFamily="49" charset="0"/>
                <a:cs typeface="Courier New" panose="02070309020205020404" pitchFamily="49" charset="0"/>
              </a:rPr>
              <a:t>())</a:t>
            </a:r>
            <a:r>
              <a:rPr kumimoji="0" lang="en-US" altLang="en-US" b="0" i="0" u="none" strike="noStrike" cap="none" normalizeH="0" baseline="0" dirty="0" smtClean="0">
                <a:ln>
                  <a:noFill/>
                </a:ln>
                <a:solidFill>
                  <a:srgbClr val="545D7E"/>
                </a:solidFill>
                <a:effectLst/>
                <a:cs typeface="Arial" panose="020B0604020202020204" pitchFamily="34" charset="0"/>
              </a:rPr>
              <a:t>.</a:t>
            </a:r>
            <a:endParaRPr kumimoji="0" lang="en-US" altLang="en-US" b="0" i="0" u="none" strike="noStrike" cap="none" normalizeH="0" baseline="0" dirty="0" smtClean="0">
              <a:ln>
                <a:noFill/>
              </a:ln>
              <a:solidFill>
                <a:srgbClr val="001D35"/>
              </a:solidFill>
              <a:effectLst/>
              <a:cs typeface="Arial" panose="020B0604020202020204" pitchFamily="34" charset="0"/>
            </a:endParaRP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b="1" i="0" u="none" strike="noStrike" cap="none" normalizeH="0" baseline="0" dirty="0" smtClean="0">
                <a:ln>
                  <a:noFill/>
                </a:ln>
                <a:solidFill>
                  <a:srgbClr val="001D35"/>
                </a:solidFill>
                <a:effectLst/>
                <a:cs typeface="Arial" panose="020B0604020202020204" pitchFamily="34" charset="0"/>
              </a:rPr>
              <a:t>POST Request:</a:t>
            </a:r>
            <a:endParaRPr kumimoji="0" lang="en-US" altLang="en-US" b="0" i="0" u="none" strike="noStrike" cap="none" normalizeH="0" baseline="0" dirty="0" smtClean="0">
              <a:ln>
                <a:noFill/>
              </a:ln>
              <a:solidFill>
                <a:srgbClr val="001D35"/>
              </a:solidFill>
              <a:effectLst/>
              <a:cs typeface="Arial" panose="020B0604020202020204" pitchFamily="34" charset="0"/>
            </a:endParaRP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smtClean="0">
                <a:ln>
                  <a:noFill/>
                </a:ln>
                <a:solidFill>
                  <a:srgbClr val="545D7E"/>
                </a:solidFill>
                <a:effectLst/>
                <a:cs typeface="Arial" panose="020B0604020202020204" pitchFamily="34" charset="0"/>
              </a:rPr>
              <a:t>Another controller method handles the form submission. This method takes the form-backing bean as a </a:t>
            </a:r>
            <a:r>
              <a:rPr kumimoji="0" lang="en-US" altLang="en-US" b="0" i="0" u="none" strike="noStrike" cap="none" normalizeH="0" baseline="0" dirty="0" smtClean="0">
                <a:ln>
                  <a:noFill/>
                </a:ln>
                <a:solidFill>
                  <a:srgbClr val="545D7E"/>
                </a:solidFill>
                <a:effectLst/>
                <a:latin typeface="Courier New" panose="02070309020205020404" pitchFamily="49" charset="0"/>
                <a:cs typeface="Courier New" panose="02070309020205020404" pitchFamily="49" charset="0"/>
              </a:rPr>
              <a:t>@</a:t>
            </a:r>
            <a:r>
              <a:rPr kumimoji="0" lang="en-US" altLang="en-US" b="0" i="0" u="none" strike="noStrike" cap="none" normalizeH="0" baseline="0" dirty="0" err="1" smtClean="0">
                <a:ln>
                  <a:noFill/>
                </a:ln>
                <a:solidFill>
                  <a:srgbClr val="545D7E"/>
                </a:solidFill>
                <a:effectLst/>
                <a:latin typeface="Courier New" panose="02070309020205020404" pitchFamily="49" charset="0"/>
                <a:cs typeface="Courier New" panose="02070309020205020404" pitchFamily="49" charset="0"/>
              </a:rPr>
              <a:t>ModelAttribute</a:t>
            </a:r>
            <a:r>
              <a:rPr kumimoji="0" lang="en-US" altLang="en-US" b="0" i="0" u="none" strike="noStrike" cap="none" normalizeH="0" baseline="0" dirty="0" smtClean="0">
                <a:ln>
                  <a:noFill/>
                </a:ln>
                <a:solidFill>
                  <a:srgbClr val="545D7E"/>
                </a:solidFill>
                <a:effectLst/>
                <a:cs typeface="Arial" panose="020B0604020202020204" pitchFamily="34" charset="0"/>
              </a:rPr>
              <a:t> parameter and includes a </a:t>
            </a:r>
            <a:r>
              <a:rPr kumimoji="0" lang="en-US" altLang="en-US" b="0" i="0" u="none" strike="noStrike" cap="none" normalizeH="0" baseline="0" dirty="0" err="1" smtClean="0">
                <a:ln>
                  <a:noFill/>
                </a:ln>
                <a:solidFill>
                  <a:srgbClr val="545D7E"/>
                </a:solidFill>
                <a:effectLst/>
                <a:latin typeface="Courier New" panose="02070309020205020404" pitchFamily="49" charset="0"/>
                <a:cs typeface="Courier New" panose="02070309020205020404" pitchFamily="49" charset="0"/>
              </a:rPr>
              <a:t>BindingResult</a:t>
            </a:r>
            <a:r>
              <a:rPr kumimoji="0" lang="en-US" altLang="en-US" b="0" i="0" u="none" strike="noStrike" cap="none" normalizeH="0" baseline="0" dirty="0" smtClean="0">
                <a:ln>
                  <a:noFill/>
                </a:ln>
                <a:solidFill>
                  <a:srgbClr val="545D7E"/>
                </a:solidFill>
                <a:effectLst/>
                <a:cs typeface="Arial" panose="020B0604020202020204" pitchFamily="34" charset="0"/>
              </a:rPr>
              <a:t> parameter immediately after it to capture validation errors.</a:t>
            </a:r>
          </a:p>
          <a:p>
            <a:pPr marL="0" marR="0" lvl="0" indent="0" algn="just" defTabSz="914400" rtl="0" eaLnBrk="0" fontAlgn="base" latinLnBrk="0" hangingPunct="0">
              <a:lnSpc>
                <a:spcPct val="100000"/>
              </a:lnSpc>
              <a:spcBef>
                <a:spcPct val="0"/>
              </a:spcBef>
              <a:spcAft>
                <a:spcPct val="0"/>
              </a:spcAft>
              <a:buClrTx/>
              <a:buSzTx/>
              <a:buFontTx/>
              <a:buNone/>
              <a:tabLst/>
            </a:pPr>
            <a:endParaRPr kumimoji="0" lang="en-US" altLang="en-US" b="0" i="0" u="none" strike="noStrike" cap="none" normalizeH="0" baseline="0" dirty="0" smtClean="0">
              <a:ln>
                <a:noFill/>
              </a:ln>
              <a:solidFill>
                <a:srgbClr val="001D35"/>
              </a:solidFill>
              <a:effectLst/>
              <a:cs typeface="Arial" panose="020B0604020202020204" pitchFamily="34" charset="0"/>
            </a:endParaRPr>
          </a:p>
        </p:txBody>
      </p:sp>
      <p:sp>
        <p:nvSpPr>
          <p:cNvPr id="7" name="Rectangle 3"/>
          <p:cNvSpPr>
            <a:spLocks noChangeArrowheads="1"/>
          </p:cNvSpPr>
          <p:nvPr/>
        </p:nvSpPr>
        <p:spPr bwMode="auto">
          <a:xfrm>
            <a:off x="511970" y="5292274"/>
            <a:ext cx="11241880" cy="1300295"/>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63480" rIns="0" bIns="12696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b="1" i="0" u="none" strike="noStrike" cap="none" normalizeH="0" baseline="0" dirty="0" smtClean="0">
                <a:ln>
                  <a:noFill/>
                </a:ln>
                <a:solidFill>
                  <a:srgbClr val="001D35"/>
                </a:solidFill>
                <a:effectLst/>
                <a:latin typeface="Arial" panose="020B0604020202020204" pitchFamily="34" charset="0"/>
                <a:cs typeface="Arial" panose="020B0604020202020204" pitchFamily="34" charset="0"/>
              </a:rPr>
              <a:t>Validation Logic:</a:t>
            </a:r>
            <a:endParaRPr kumimoji="0" lang="en-US" altLang="en-US" b="0" i="0" u="none" strike="noStrike" cap="none" normalizeH="0" baseline="0" dirty="0" smtClean="0">
              <a:ln>
                <a:noFill/>
              </a:ln>
              <a:solidFill>
                <a:srgbClr val="001D35"/>
              </a:solidFill>
              <a:effectLst/>
              <a:latin typeface="Arial" panose="020B0604020202020204" pitchFamily="34" charset="0"/>
              <a:cs typeface="Arial" panose="020B0604020202020204" pitchFamily="34" charset="0"/>
            </a:endParaRP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smtClean="0">
                <a:ln>
                  <a:noFill/>
                </a:ln>
                <a:solidFill>
                  <a:srgbClr val="545D7E"/>
                </a:solidFill>
                <a:effectLst/>
                <a:latin typeface="Arial" panose="020B0604020202020204" pitchFamily="34" charset="0"/>
                <a:cs typeface="Arial" panose="020B0604020202020204" pitchFamily="34" charset="0"/>
              </a:rPr>
              <a:t>Within the POST method, check for validation errors using </a:t>
            </a:r>
            <a:r>
              <a:rPr kumimoji="0" lang="en-US" altLang="en-US" sz="1200" b="0" i="0" u="none" strike="noStrike" cap="none" normalizeH="0" baseline="0" dirty="0" err="1" smtClean="0">
                <a:ln>
                  <a:noFill/>
                </a:ln>
                <a:solidFill>
                  <a:srgbClr val="545D7E"/>
                </a:solidFill>
                <a:effectLst/>
                <a:latin typeface="Courier New" panose="02070309020205020404" pitchFamily="49" charset="0"/>
                <a:cs typeface="Courier New" panose="02070309020205020404" pitchFamily="49" charset="0"/>
              </a:rPr>
              <a:t>bindingResult.hasErrors</a:t>
            </a:r>
            <a:r>
              <a:rPr kumimoji="0" lang="en-US" altLang="en-US" sz="1200" b="0" i="0" u="none" strike="noStrike" cap="none" normalizeH="0" baseline="0" dirty="0" smtClean="0">
                <a:ln>
                  <a:noFill/>
                </a:ln>
                <a:solidFill>
                  <a:srgbClr val="545D7E"/>
                </a:solidFill>
                <a:effectLst/>
                <a:latin typeface="Courier New" panose="02070309020205020404" pitchFamily="49" charset="0"/>
                <a:cs typeface="Courier New" panose="02070309020205020404" pitchFamily="49" charset="0"/>
              </a:rPr>
              <a:t>()</a:t>
            </a:r>
            <a:r>
              <a:rPr kumimoji="0" lang="en-US" altLang="en-US" b="0" i="0" u="none" strike="noStrike" cap="none" normalizeH="0" baseline="0" dirty="0" smtClean="0">
                <a:ln>
                  <a:noFill/>
                </a:ln>
                <a:solidFill>
                  <a:srgbClr val="545D7E"/>
                </a:solidFill>
                <a:effectLst/>
                <a:latin typeface="Arial" panose="020B0604020202020204" pitchFamily="34" charset="0"/>
                <a:cs typeface="Arial" panose="020B0604020202020204" pitchFamily="34" charset="0"/>
              </a:rPr>
              <a:t>. If errors exist, re-render the form view, which will now display the error messages. If no errors, process the form data (e.g., save to database) and then redirect to a success page or another appropriate view (Post-Redirect-Get pattern).</a:t>
            </a:r>
            <a:endParaRPr kumimoji="0" lang="en-US" altLang="en-US" sz="2800" b="0" i="0" u="none" strike="noStrike" cap="none" normalizeH="0" baseline="0" dirty="0" smtClean="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245035126"/>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CA17B3E7-0816-C9EA-10A3-7D6463FCF1B6}"/>
              </a:ext>
            </a:extLst>
          </p:cNvPr>
          <p:cNvSpPr/>
          <p:nvPr/>
        </p:nvSpPr>
        <p:spPr>
          <a:xfrm>
            <a:off x="2166938" y="0"/>
            <a:ext cx="7277100" cy="1133475"/>
          </a:xfrm>
          <a:prstGeom prst="rect">
            <a:avLst/>
          </a:prstGeom>
          <a:solidFill>
            <a:srgbClr val="7395D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200" dirty="0" smtClean="0">
                <a:solidFill>
                  <a:schemeClr val="tx1"/>
                </a:solidFill>
                <a:latin typeface="Baskerville Old Face" panose="02020602080505020303" pitchFamily="18" charset="0"/>
              </a:rPr>
              <a:t>Handling Forms and Form Validation with </a:t>
            </a:r>
            <a:r>
              <a:rPr lang="en-US" sz="3200" dirty="0" err="1" smtClean="0">
                <a:solidFill>
                  <a:schemeClr val="tx1"/>
                </a:solidFill>
                <a:latin typeface="Baskerville Old Face" panose="02020602080505020303" pitchFamily="18" charset="0"/>
              </a:rPr>
              <a:t>thymeleaf</a:t>
            </a:r>
            <a:endParaRPr lang="en-IN" sz="3200" dirty="0">
              <a:latin typeface="Bookman Old Style" panose="02050604050505020204" pitchFamily="18" charset="0"/>
            </a:endParaRPr>
          </a:p>
        </p:txBody>
      </p:sp>
      <p:pic>
        <p:nvPicPr>
          <p:cNvPr id="8" name="Picture 7">
            <a:extLst>
              <a:ext uri="{FF2B5EF4-FFF2-40B4-BE49-F238E27FC236}">
                <a16:creationId xmlns:a16="http://schemas.microsoft.com/office/drawing/2014/main" id="{9521783E-C584-0B64-E266-16603B17D53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172702" y="0"/>
            <a:ext cx="1881186" cy="906871"/>
          </a:xfrm>
          <a:prstGeom prst="rect">
            <a:avLst/>
          </a:prstGeom>
        </p:spPr>
      </p:pic>
      <p:pic>
        <p:nvPicPr>
          <p:cNvPr id="12" name="Picture 11">
            <a:extLst>
              <a:ext uri="{FF2B5EF4-FFF2-40B4-BE49-F238E27FC236}">
                <a16:creationId xmlns:a16="http://schemas.microsoft.com/office/drawing/2014/main" id="{D80704AD-12EF-9FAD-D8CC-E8D6E9D8A14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42900" y="63176"/>
            <a:ext cx="1095374" cy="797671"/>
          </a:xfrm>
          <a:prstGeom prst="rect">
            <a:avLst/>
          </a:prstGeom>
        </p:spPr>
      </p:pic>
      <p:sp>
        <p:nvSpPr>
          <p:cNvPr id="3" name="Rectangle 1"/>
          <p:cNvSpPr>
            <a:spLocks noChangeArrowheads="1"/>
          </p:cNvSpPr>
          <p:nvPr/>
        </p:nvSpPr>
        <p:spPr bwMode="auto">
          <a:xfrm>
            <a:off x="438150" y="1278472"/>
            <a:ext cx="11268075" cy="541168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50784" rIns="0" bIns="12696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dirty="0" smtClean="0">
                <a:ln>
                  <a:noFill/>
                </a:ln>
                <a:solidFill>
                  <a:srgbClr val="001D35"/>
                </a:solidFill>
                <a:effectLst/>
                <a:cs typeface="Arial" panose="020B0604020202020204" pitchFamily="34" charset="0"/>
              </a:rPr>
              <a:t>3. </a:t>
            </a:r>
            <a:r>
              <a:rPr kumimoji="0" lang="en-US" altLang="en-US" sz="2000" b="0" i="0" u="none" strike="noStrike" cap="none" normalizeH="0" baseline="0" dirty="0" err="1" smtClean="0">
                <a:ln>
                  <a:noFill/>
                </a:ln>
                <a:solidFill>
                  <a:srgbClr val="001D35"/>
                </a:solidFill>
                <a:effectLst/>
                <a:cs typeface="Arial" panose="020B0604020202020204" pitchFamily="34" charset="0"/>
              </a:rPr>
              <a:t>Thymeleaf</a:t>
            </a:r>
            <a:r>
              <a:rPr kumimoji="0" lang="en-US" altLang="en-US" sz="2000" b="0" i="0" u="none" strike="noStrike" cap="none" normalizeH="0" baseline="0" dirty="0" smtClean="0">
                <a:ln>
                  <a:noFill/>
                </a:ln>
                <a:solidFill>
                  <a:srgbClr val="001D35"/>
                </a:solidFill>
                <a:effectLst/>
                <a:cs typeface="Arial" panose="020B0604020202020204" pitchFamily="34" charset="0"/>
              </a:rPr>
              <a:t> Template:</a:t>
            </a:r>
            <a:endParaRPr kumimoji="0" lang="en-US" altLang="en-US" sz="2000" b="0" i="0" u="none" strike="noStrike" cap="none" normalizeH="0" baseline="0" dirty="0" smtClean="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smtClean="0">
                <a:ln>
                  <a:noFill/>
                </a:ln>
                <a:solidFill>
                  <a:srgbClr val="001D35"/>
                </a:solidFill>
                <a:effectLst/>
                <a:cs typeface="Arial" panose="020B0604020202020204" pitchFamily="34" charset="0"/>
              </a:rPr>
              <a:t>Form Declaration:</a:t>
            </a:r>
            <a:endParaRPr kumimoji="0" lang="en-US" altLang="en-US" sz="2000" b="0" i="0" u="none" strike="noStrike" cap="none" normalizeH="0" baseline="0" dirty="0" smtClean="0">
              <a:ln>
                <a:noFill/>
              </a:ln>
              <a:solidFill>
                <a:srgbClr val="001D35"/>
              </a:solidFill>
              <a:effectLst/>
              <a:cs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dirty="0" smtClean="0">
                <a:ln>
                  <a:noFill/>
                </a:ln>
                <a:solidFill>
                  <a:srgbClr val="545D7E"/>
                </a:solidFill>
                <a:effectLst/>
                <a:cs typeface="Arial" panose="020B0604020202020204" pitchFamily="34" charset="0"/>
              </a:rPr>
              <a:t>Use </a:t>
            </a:r>
            <a:r>
              <a:rPr kumimoji="0" lang="en-US" altLang="en-US" sz="2000" b="0" i="0" u="none" strike="noStrike" cap="none" normalizeH="0" baseline="0" dirty="0" err="1" smtClean="0">
                <a:ln>
                  <a:noFill/>
                </a:ln>
                <a:solidFill>
                  <a:srgbClr val="545D7E"/>
                </a:solidFill>
                <a:effectLst/>
                <a:latin typeface="Courier New" panose="02070309020205020404" pitchFamily="49" charset="0"/>
                <a:cs typeface="Courier New" panose="02070309020205020404" pitchFamily="49" charset="0"/>
              </a:rPr>
              <a:t>th:action</a:t>
            </a:r>
            <a:r>
              <a:rPr kumimoji="0" lang="en-US" altLang="en-US" sz="2000" b="0" i="0" u="none" strike="noStrike" cap="none" normalizeH="0" baseline="0" dirty="0" smtClean="0">
                <a:ln>
                  <a:noFill/>
                </a:ln>
                <a:solidFill>
                  <a:srgbClr val="545D7E"/>
                </a:solidFill>
                <a:effectLst/>
                <a:cs typeface="Arial" panose="020B0604020202020204" pitchFamily="34" charset="0"/>
              </a:rPr>
              <a:t> to specify the form's submission URL and </a:t>
            </a:r>
            <a:r>
              <a:rPr kumimoji="0" lang="en-US" altLang="en-US" sz="2000" b="0" i="0" u="none" strike="noStrike" cap="none" normalizeH="0" baseline="0" dirty="0" err="1" smtClean="0">
                <a:ln>
                  <a:noFill/>
                </a:ln>
                <a:solidFill>
                  <a:srgbClr val="545D7E"/>
                </a:solidFill>
                <a:effectLst/>
                <a:latin typeface="Courier New" panose="02070309020205020404" pitchFamily="49" charset="0"/>
                <a:cs typeface="Courier New" panose="02070309020205020404" pitchFamily="49" charset="0"/>
              </a:rPr>
              <a:t>th:object</a:t>
            </a:r>
            <a:r>
              <a:rPr kumimoji="0" lang="en-US" altLang="en-US" sz="2000" b="0" i="0" u="none" strike="noStrike" cap="none" normalizeH="0" baseline="0" dirty="0" smtClean="0">
                <a:ln>
                  <a:noFill/>
                </a:ln>
                <a:solidFill>
                  <a:srgbClr val="545D7E"/>
                </a:solidFill>
                <a:effectLst/>
                <a:cs typeface="Arial" panose="020B0604020202020204" pitchFamily="34" charset="0"/>
              </a:rPr>
              <a:t> to bind the form to your form-backing bean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dirty="0" smtClean="0">
                <a:ln>
                  <a:noFill/>
                </a:ln>
                <a:solidFill>
                  <a:srgbClr val="545D7E"/>
                </a:solidFill>
                <a:effectLst/>
                <a:cs typeface="Arial" panose="020B0604020202020204" pitchFamily="34" charset="0"/>
              </a:rPr>
              <a:t>(e.g., </a:t>
            </a:r>
            <a:r>
              <a:rPr kumimoji="0" lang="en-US" altLang="en-US" sz="2000" b="0" i="0" u="none" strike="noStrike" cap="none" normalizeH="0" baseline="0" dirty="0" smtClean="0">
                <a:ln>
                  <a:noFill/>
                </a:ln>
                <a:solidFill>
                  <a:srgbClr val="545D7E"/>
                </a:solidFill>
                <a:effectLst/>
                <a:latin typeface="Courier New" panose="02070309020205020404" pitchFamily="49" charset="0"/>
                <a:cs typeface="Courier New" panose="02070309020205020404" pitchFamily="49" charset="0"/>
              </a:rPr>
              <a:t>&lt;form </a:t>
            </a:r>
            <a:r>
              <a:rPr kumimoji="0" lang="en-US" altLang="en-US" sz="2000" b="0" i="0" u="none" strike="noStrike" cap="none" normalizeH="0" baseline="0" dirty="0" err="1" smtClean="0">
                <a:ln>
                  <a:noFill/>
                </a:ln>
                <a:solidFill>
                  <a:srgbClr val="545D7E"/>
                </a:solidFill>
                <a:effectLst/>
                <a:latin typeface="Courier New" panose="02070309020205020404" pitchFamily="49" charset="0"/>
                <a:cs typeface="Courier New" panose="02070309020205020404" pitchFamily="49" charset="0"/>
              </a:rPr>
              <a:t>th:action</a:t>
            </a:r>
            <a:r>
              <a:rPr kumimoji="0" lang="en-US" altLang="en-US" sz="2000" b="0" i="0" u="none" strike="noStrike" cap="none" normalizeH="0" baseline="0" dirty="0" smtClean="0">
                <a:ln>
                  <a:noFill/>
                </a:ln>
                <a:solidFill>
                  <a:srgbClr val="545D7E"/>
                </a:solidFill>
                <a:effectLst/>
                <a:latin typeface="Courier New" panose="02070309020205020404" pitchFamily="49" charset="0"/>
                <a:cs typeface="Courier New" panose="02070309020205020404" pitchFamily="49" charset="0"/>
              </a:rPr>
              <a:t>="@{/submit}" </a:t>
            </a:r>
            <a:r>
              <a:rPr kumimoji="0" lang="en-US" altLang="en-US" sz="2000" b="0" i="0" u="none" strike="noStrike" cap="none" normalizeH="0" baseline="0" dirty="0" err="1" smtClean="0">
                <a:ln>
                  <a:noFill/>
                </a:ln>
                <a:solidFill>
                  <a:srgbClr val="545D7E"/>
                </a:solidFill>
                <a:effectLst/>
                <a:latin typeface="Courier New" panose="02070309020205020404" pitchFamily="49" charset="0"/>
                <a:cs typeface="Courier New" panose="02070309020205020404" pitchFamily="49" charset="0"/>
              </a:rPr>
              <a:t>th:object</a:t>
            </a:r>
            <a:r>
              <a:rPr kumimoji="0" lang="en-US" altLang="en-US" sz="2000" b="0" i="0" u="none" strike="noStrike" cap="none" normalizeH="0" baseline="0" dirty="0" smtClean="0">
                <a:ln>
                  <a:noFill/>
                </a:ln>
                <a:solidFill>
                  <a:srgbClr val="545D7E"/>
                </a:solidFill>
                <a:effectLst/>
                <a:latin typeface="Courier New" panose="02070309020205020404" pitchFamily="49" charset="0"/>
                <a:cs typeface="Courier New" panose="02070309020205020404" pitchFamily="49" charset="0"/>
              </a:rPr>
              <a:t>="${</a:t>
            </a:r>
            <a:r>
              <a:rPr kumimoji="0" lang="en-US" altLang="en-US" sz="2000" b="0" i="0" u="none" strike="noStrike" cap="none" normalizeH="0" baseline="0" dirty="0" err="1" smtClean="0">
                <a:ln>
                  <a:noFill/>
                </a:ln>
                <a:solidFill>
                  <a:srgbClr val="545D7E"/>
                </a:solidFill>
                <a:effectLst/>
                <a:latin typeface="Courier New" panose="02070309020205020404" pitchFamily="49" charset="0"/>
                <a:cs typeface="Courier New" panose="02070309020205020404" pitchFamily="49" charset="0"/>
              </a:rPr>
              <a:t>objectName</a:t>
            </a:r>
            <a:r>
              <a:rPr kumimoji="0" lang="en-US" altLang="en-US" sz="2000" b="0" i="0" u="none" strike="noStrike" cap="none" normalizeH="0" baseline="0" dirty="0" smtClean="0">
                <a:ln>
                  <a:noFill/>
                </a:ln>
                <a:solidFill>
                  <a:srgbClr val="545D7E"/>
                </a:solidFill>
                <a:effectLst/>
                <a:latin typeface="Courier New" panose="02070309020205020404" pitchFamily="49" charset="0"/>
                <a:cs typeface="Courier New" panose="02070309020205020404" pitchFamily="49" charset="0"/>
              </a:rPr>
              <a:t>}" method="post"&gt;</a:t>
            </a:r>
            <a:r>
              <a:rPr kumimoji="0" lang="en-US" altLang="en-US" sz="2000" b="0" i="0" u="none" strike="noStrike" cap="none" normalizeH="0" baseline="0" dirty="0" smtClean="0">
                <a:ln>
                  <a:noFill/>
                </a:ln>
                <a:solidFill>
                  <a:srgbClr val="545D7E"/>
                </a:solidFill>
                <a:effectLst/>
                <a:cs typeface="Arial" panose="020B0604020202020204" pitchFamily="34" charset="0"/>
              </a:rPr>
              <a:t>).</a:t>
            </a:r>
            <a:endParaRPr kumimoji="0" lang="en-US" altLang="en-US" sz="2000" b="0" i="0" u="none" strike="noStrike" cap="none" normalizeH="0" baseline="0" dirty="0" smtClean="0">
              <a:ln>
                <a:noFill/>
              </a:ln>
              <a:solidFill>
                <a:srgbClr val="001D35"/>
              </a:solidFill>
              <a:effectLst/>
              <a:cs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smtClean="0">
                <a:ln>
                  <a:noFill/>
                </a:ln>
                <a:solidFill>
                  <a:srgbClr val="001D35"/>
                </a:solidFill>
                <a:effectLst/>
                <a:cs typeface="Arial" panose="020B0604020202020204" pitchFamily="34" charset="0"/>
              </a:rPr>
              <a:t>Input Fields:</a:t>
            </a:r>
            <a:endParaRPr kumimoji="0" lang="en-US" altLang="en-US" sz="2000" b="0" i="0" u="none" strike="noStrike" cap="none" normalizeH="0" baseline="0" dirty="0" smtClean="0">
              <a:ln>
                <a:noFill/>
              </a:ln>
              <a:solidFill>
                <a:srgbClr val="001D35"/>
              </a:solidFill>
              <a:effectLst/>
              <a:cs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dirty="0" smtClean="0">
                <a:ln>
                  <a:noFill/>
                </a:ln>
                <a:solidFill>
                  <a:srgbClr val="545D7E"/>
                </a:solidFill>
                <a:effectLst/>
                <a:cs typeface="Arial" panose="020B0604020202020204" pitchFamily="34" charset="0"/>
              </a:rPr>
              <a:t>Bind input fields to properties of the form-backing bean using </a:t>
            </a:r>
            <a:r>
              <a:rPr kumimoji="0" lang="en-US" altLang="en-US" sz="2000" b="0" i="0" u="none" strike="noStrike" cap="none" normalizeH="0" baseline="0" dirty="0" err="1" smtClean="0">
                <a:ln>
                  <a:noFill/>
                </a:ln>
                <a:solidFill>
                  <a:srgbClr val="545D7E"/>
                </a:solidFill>
                <a:effectLst/>
                <a:latin typeface="Courier New" panose="02070309020205020404" pitchFamily="49" charset="0"/>
                <a:cs typeface="Courier New" panose="02070309020205020404" pitchFamily="49" charset="0"/>
              </a:rPr>
              <a:t>th:field</a:t>
            </a:r>
            <a:r>
              <a:rPr kumimoji="0" lang="en-US" altLang="en-US" sz="2000" b="0" i="0" u="none" strike="noStrike" cap="none" normalizeH="0" baseline="0" dirty="0" smtClean="0">
                <a:ln>
                  <a:noFill/>
                </a:ln>
                <a:solidFill>
                  <a:srgbClr val="545D7E"/>
                </a:solidFill>
                <a:effectLst/>
                <a:cs typeface="Arial" panose="020B0604020202020204" pitchFamily="34" charset="0"/>
              </a:rPr>
              <a:t> (e.g., </a:t>
            </a:r>
            <a:r>
              <a:rPr kumimoji="0" lang="en-US" altLang="en-US" sz="2000" b="0" i="0" u="none" strike="noStrike" cap="none" normalizeH="0" baseline="0" dirty="0" smtClean="0">
                <a:ln>
                  <a:noFill/>
                </a:ln>
                <a:solidFill>
                  <a:srgbClr val="545D7E"/>
                </a:solidFill>
                <a:effectLst/>
                <a:latin typeface="Courier New" panose="02070309020205020404" pitchFamily="49" charset="0"/>
                <a:cs typeface="Courier New" panose="02070309020205020404" pitchFamily="49" charset="0"/>
              </a:rPr>
              <a:t>&lt;input type="text" </a:t>
            </a:r>
            <a:r>
              <a:rPr kumimoji="0" lang="en-US" altLang="en-US" sz="2000" b="0" i="0" u="none" strike="noStrike" cap="none" normalizeH="0" baseline="0" dirty="0" err="1" smtClean="0">
                <a:ln>
                  <a:noFill/>
                </a:ln>
                <a:solidFill>
                  <a:srgbClr val="545D7E"/>
                </a:solidFill>
                <a:effectLst/>
                <a:latin typeface="Courier New" panose="02070309020205020404" pitchFamily="49" charset="0"/>
                <a:cs typeface="Courier New" panose="02070309020205020404" pitchFamily="49" charset="0"/>
              </a:rPr>
              <a:t>th:field</a:t>
            </a:r>
            <a:r>
              <a:rPr kumimoji="0" lang="en-US" altLang="en-US" sz="2000" b="0" i="0" u="none" strike="noStrike" cap="none" normalizeH="0" baseline="0" dirty="0" smtClean="0">
                <a:ln>
                  <a:noFill/>
                </a:ln>
                <a:solidFill>
                  <a:srgbClr val="545D7E"/>
                </a:solidFill>
                <a:effectLst/>
                <a:latin typeface="Courier New" panose="02070309020205020404" pitchFamily="49" charset="0"/>
                <a:cs typeface="Courier New" panose="02070309020205020404" pitchFamily="49" charset="0"/>
              </a:rPr>
              <a:t>="*{</a:t>
            </a:r>
            <a:r>
              <a:rPr kumimoji="0" lang="en-US" altLang="en-US" sz="2000" b="0" i="0" u="none" strike="noStrike" cap="none" normalizeH="0" baseline="0" dirty="0" err="1" smtClean="0">
                <a:ln>
                  <a:noFill/>
                </a:ln>
                <a:solidFill>
                  <a:srgbClr val="545D7E"/>
                </a:solidFill>
                <a:effectLst/>
                <a:latin typeface="Courier New" panose="02070309020205020404" pitchFamily="49" charset="0"/>
                <a:cs typeface="Courier New" panose="02070309020205020404" pitchFamily="49" charset="0"/>
              </a:rPr>
              <a:t>fieldName</a:t>
            </a:r>
            <a:r>
              <a:rPr kumimoji="0" lang="en-US" altLang="en-US" sz="2000" b="0" i="0" u="none" strike="noStrike" cap="none" normalizeH="0" baseline="0" dirty="0" smtClean="0">
                <a:ln>
                  <a:noFill/>
                </a:ln>
                <a:solidFill>
                  <a:srgbClr val="545D7E"/>
                </a:solidFill>
                <a:effectLst/>
                <a:latin typeface="Courier New" panose="02070309020205020404" pitchFamily="49" charset="0"/>
                <a:cs typeface="Courier New" panose="02070309020205020404" pitchFamily="49" charset="0"/>
              </a:rPr>
              <a:t>}" /&gt;</a:t>
            </a:r>
            <a:r>
              <a:rPr kumimoji="0" lang="en-US" altLang="en-US" sz="2000" b="0" i="0" u="none" strike="noStrike" cap="none" normalizeH="0" baseline="0" dirty="0" smtClean="0">
                <a:ln>
                  <a:noFill/>
                </a:ln>
                <a:solidFill>
                  <a:srgbClr val="545D7E"/>
                </a:solidFill>
                <a:effectLst/>
                <a:cs typeface="Arial" panose="020B0604020202020204" pitchFamily="34" charset="0"/>
              </a:rPr>
              <a:t>). This automatically sets the </a:t>
            </a:r>
            <a:r>
              <a:rPr kumimoji="0" lang="en-US" altLang="en-US" sz="2000" b="0" i="0" u="none" strike="noStrike" cap="none" normalizeH="0" baseline="0" dirty="0" smtClean="0">
                <a:ln>
                  <a:noFill/>
                </a:ln>
                <a:solidFill>
                  <a:srgbClr val="545D7E"/>
                </a:solidFill>
                <a:effectLst/>
                <a:latin typeface="Courier New" panose="02070309020205020404" pitchFamily="49" charset="0"/>
                <a:cs typeface="Courier New" panose="02070309020205020404" pitchFamily="49" charset="0"/>
              </a:rPr>
              <a:t>name</a:t>
            </a:r>
            <a:r>
              <a:rPr kumimoji="0" lang="en-US" altLang="en-US" sz="2000" b="0" i="0" u="none" strike="noStrike" cap="none" normalizeH="0" baseline="0" dirty="0" smtClean="0">
                <a:ln>
                  <a:noFill/>
                </a:ln>
                <a:solidFill>
                  <a:srgbClr val="545D7E"/>
                </a:solidFill>
                <a:effectLst/>
                <a:cs typeface="Arial" panose="020B0604020202020204" pitchFamily="34" charset="0"/>
              </a:rPr>
              <a:t> and </a:t>
            </a:r>
            <a:r>
              <a:rPr kumimoji="0" lang="en-US" altLang="en-US" sz="2000" b="0" i="0" u="none" strike="noStrike" cap="none" normalizeH="0" baseline="0" dirty="0" smtClean="0">
                <a:ln>
                  <a:noFill/>
                </a:ln>
                <a:solidFill>
                  <a:srgbClr val="545D7E"/>
                </a:solidFill>
                <a:effectLst/>
                <a:latin typeface="Courier New" panose="02070309020205020404" pitchFamily="49" charset="0"/>
                <a:cs typeface="Courier New" panose="02070309020205020404" pitchFamily="49" charset="0"/>
              </a:rPr>
              <a:t>id</a:t>
            </a:r>
            <a:r>
              <a:rPr kumimoji="0" lang="en-US" altLang="en-US" sz="2000" b="0" i="0" u="none" strike="noStrike" cap="none" normalizeH="0" baseline="0" dirty="0" smtClean="0">
                <a:ln>
                  <a:noFill/>
                </a:ln>
                <a:solidFill>
                  <a:srgbClr val="545D7E"/>
                </a:solidFill>
                <a:effectLst/>
                <a:cs typeface="Arial" panose="020B0604020202020204" pitchFamily="34" charset="0"/>
              </a:rPr>
              <a:t> attributes.</a:t>
            </a:r>
            <a:endParaRPr kumimoji="0" lang="en-US" altLang="en-US" sz="2000" b="0" i="0" u="none" strike="noStrike" cap="none" normalizeH="0" baseline="0" dirty="0" smtClean="0">
              <a:ln>
                <a:noFill/>
              </a:ln>
              <a:solidFill>
                <a:srgbClr val="001D35"/>
              </a:solidFill>
              <a:effectLst/>
              <a:cs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smtClean="0">
                <a:ln>
                  <a:noFill/>
                </a:ln>
                <a:solidFill>
                  <a:srgbClr val="001D35"/>
                </a:solidFill>
                <a:effectLst/>
                <a:cs typeface="Arial" panose="020B0604020202020204" pitchFamily="34" charset="0"/>
              </a:rPr>
              <a:t>Displaying Errors:</a:t>
            </a:r>
            <a:endParaRPr kumimoji="0" lang="en-US" altLang="en-US" sz="2000" b="0" i="0" u="none" strike="noStrike" cap="none" normalizeH="0" baseline="0" dirty="0" smtClean="0">
              <a:ln>
                <a:noFill/>
              </a:ln>
              <a:solidFill>
                <a:srgbClr val="001D35"/>
              </a:solidFill>
              <a:effectLst/>
              <a:cs typeface="Arial" panose="020B0604020202020204" pitchFamily="34" charset="0"/>
            </a:endParaRP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smtClean="0">
                <a:ln>
                  <a:noFill/>
                </a:ln>
                <a:solidFill>
                  <a:srgbClr val="545D7E"/>
                </a:solidFill>
                <a:effectLst/>
                <a:cs typeface="Arial" panose="020B0604020202020204" pitchFamily="34" charset="0"/>
              </a:rPr>
              <a:t>Use </a:t>
            </a:r>
            <a:r>
              <a:rPr kumimoji="0" lang="en-US" altLang="en-US" sz="2000" b="0" i="0" u="none" strike="noStrike" cap="none" normalizeH="0" baseline="0" dirty="0" err="1" smtClean="0">
                <a:ln>
                  <a:noFill/>
                </a:ln>
                <a:solidFill>
                  <a:srgbClr val="545D7E"/>
                </a:solidFill>
                <a:effectLst/>
                <a:latin typeface="Courier New" panose="02070309020205020404" pitchFamily="49" charset="0"/>
                <a:cs typeface="Courier New" panose="02070309020205020404" pitchFamily="49" charset="0"/>
              </a:rPr>
              <a:t>th:errors</a:t>
            </a:r>
            <a:r>
              <a:rPr kumimoji="0" lang="en-US" altLang="en-US" sz="2000" b="0" i="0" u="none" strike="noStrike" cap="none" normalizeH="0" baseline="0" dirty="0" smtClean="0">
                <a:ln>
                  <a:noFill/>
                </a:ln>
                <a:solidFill>
                  <a:srgbClr val="545D7E"/>
                </a:solidFill>
                <a:effectLst/>
                <a:latin typeface="Courier New" panose="02070309020205020404" pitchFamily="49" charset="0"/>
                <a:cs typeface="Courier New" panose="02070309020205020404" pitchFamily="49" charset="0"/>
              </a:rPr>
              <a:t>="*{</a:t>
            </a:r>
            <a:r>
              <a:rPr kumimoji="0" lang="en-US" altLang="en-US" sz="2000" b="0" i="0" u="none" strike="noStrike" cap="none" normalizeH="0" baseline="0" dirty="0" err="1" smtClean="0">
                <a:ln>
                  <a:noFill/>
                </a:ln>
                <a:solidFill>
                  <a:srgbClr val="545D7E"/>
                </a:solidFill>
                <a:effectLst/>
                <a:latin typeface="Courier New" panose="02070309020205020404" pitchFamily="49" charset="0"/>
                <a:cs typeface="Courier New" panose="02070309020205020404" pitchFamily="49" charset="0"/>
              </a:rPr>
              <a:t>fieldName</a:t>
            </a:r>
            <a:r>
              <a:rPr kumimoji="0" lang="en-US" altLang="en-US" sz="2000" b="0" i="0" u="none" strike="noStrike" cap="none" normalizeH="0" baseline="0" dirty="0" smtClean="0">
                <a:ln>
                  <a:noFill/>
                </a:ln>
                <a:solidFill>
                  <a:srgbClr val="545D7E"/>
                </a:solidFill>
                <a:effectLst/>
                <a:latin typeface="Courier New" panose="02070309020205020404" pitchFamily="49" charset="0"/>
                <a:cs typeface="Courier New" panose="02070309020205020404" pitchFamily="49" charset="0"/>
              </a:rPr>
              <a:t>}"</a:t>
            </a:r>
            <a:r>
              <a:rPr kumimoji="0" lang="en-US" altLang="en-US" sz="2000" b="0" i="0" u="none" strike="noStrike" cap="none" normalizeH="0" baseline="0" dirty="0" smtClean="0">
                <a:ln>
                  <a:noFill/>
                </a:ln>
                <a:solidFill>
                  <a:srgbClr val="545D7E"/>
                </a:solidFill>
                <a:effectLst/>
                <a:cs typeface="Arial" panose="020B0604020202020204" pitchFamily="34" charset="0"/>
              </a:rPr>
              <a:t> to display specific error messages for a field.</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smtClean="0">
                <a:ln>
                  <a:noFill/>
                </a:ln>
                <a:solidFill>
                  <a:srgbClr val="545D7E"/>
                </a:solidFill>
                <a:effectLst/>
                <a:cs typeface="Arial" panose="020B0604020202020204" pitchFamily="34" charset="0"/>
              </a:rPr>
              <a:t>Use </a:t>
            </a:r>
            <a:r>
              <a:rPr kumimoji="0" lang="en-US" altLang="en-US" sz="2000" b="0" i="0" u="none" strike="noStrike" cap="none" normalizeH="0" baseline="0" dirty="0" err="1" smtClean="0">
                <a:ln>
                  <a:noFill/>
                </a:ln>
                <a:solidFill>
                  <a:srgbClr val="545D7E"/>
                </a:solidFill>
                <a:effectLst/>
                <a:latin typeface="Courier New" panose="02070309020205020404" pitchFamily="49" charset="0"/>
                <a:cs typeface="Courier New" panose="02070309020205020404" pitchFamily="49" charset="0"/>
              </a:rPr>
              <a:t>th:errorclass</a:t>
            </a:r>
            <a:r>
              <a:rPr kumimoji="0" lang="en-US" altLang="en-US" sz="2000" b="0" i="0" u="none" strike="noStrike" cap="none" normalizeH="0" baseline="0" dirty="0" smtClean="0">
                <a:ln>
                  <a:noFill/>
                </a:ln>
                <a:solidFill>
                  <a:srgbClr val="545D7E"/>
                </a:solidFill>
                <a:effectLst/>
                <a:latin typeface="Courier New" panose="02070309020205020404" pitchFamily="49" charset="0"/>
                <a:cs typeface="Courier New" panose="02070309020205020404" pitchFamily="49" charset="0"/>
              </a:rPr>
              <a:t>="error-</a:t>
            </a:r>
            <a:r>
              <a:rPr kumimoji="0" lang="en-US" altLang="en-US" sz="2000" b="0" i="0" u="none" strike="noStrike" cap="none" normalizeH="0" baseline="0" dirty="0" err="1" smtClean="0">
                <a:ln>
                  <a:noFill/>
                </a:ln>
                <a:solidFill>
                  <a:srgbClr val="545D7E"/>
                </a:solidFill>
                <a:effectLst/>
                <a:latin typeface="Courier New" panose="02070309020205020404" pitchFamily="49" charset="0"/>
                <a:cs typeface="Courier New" panose="02070309020205020404" pitchFamily="49" charset="0"/>
              </a:rPr>
              <a:t>css</a:t>
            </a:r>
            <a:r>
              <a:rPr kumimoji="0" lang="en-US" altLang="en-US" sz="2000" b="0" i="0" u="none" strike="noStrike" cap="none" normalizeH="0" baseline="0" dirty="0" smtClean="0">
                <a:ln>
                  <a:noFill/>
                </a:ln>
                <a:solidFill>
                  <a:srgbClr val="545D7E"/>
                </a:solidFill>
                <a:effectLst/>
                <a:latin typeface="Courier New" panose="02070309020205020404" pitchFamily="49" charset="0"/>
                <a:cs typeface="Courier New" panose="02070309020205020404" pitchFamily="49" charset="0"/>
              </a:rPr>
              <a:t>-class"</a:t>
            </a:r>
            <a:r>
              <a:rPr kumimoji="0" lang="en-US" altLang="en-US" sz="2000" b="0" i="0" u="none" strike="noStrike" cap="none" normalizeH="0" baseline="0" dirty="0" smtClean="0">
                <a:ln>
                  <a:noFill/>
                </a:ln>
                <a:solidFill>
                  <a:srgbClr val="545D7E"/>
                </a:solidFill>
                <a:effectLst/>
                <a:cs typeface="Arial" panose="020B0604020202020204" pitchFamily="34" charset="0"/>
              </a:rPr>
              <a:t> to apply a CSS class to an input field if it has validation errors.</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smtClean="0">
                <a:ln>
                  <a:noFill/>
                </a:ln>
                <a:solidFill>
                  <a:srgbClr val="545D7E"/>
                </a:solidFill>
                <a:effectLst/>
                <a:cs typeface="Arial" panose="020B0604020202020204" pitchFamily="34" charset="0"/>
              </a:rPr>
              <a:t>Use </a:t>
            </a:r>
            <a:r>
              <a:rPr kumimoji="0" lang="en-US" altLang="en-US" sz="2000" b="0" i="0" u="none" strike="noStrike" cap="none" normalizeH="0" baseline="0" dirty="0" err="1" smtClean="0">
                <a:ln>
                  <a:noFill/>
                </a:ln>
                <a:solidFill>
                  <a:srgbClr val="545D7E"/>
                </a:solidFill>
                <a:effectLst/>
                <a:latin typeface="Courier New" panose="02070309020205020404" pitchFamily="49" charset="0"/>
                <a:cs typeface="Courier New" panose="02070309020205020404" pitchFamily="49" charset="0"/>
              </a:rPr>
              <a:t>th:if</a:t>
            </a:r>
            <a:r>
              <a:rPr kumimoji="0" lang="en-US" altLang="en-US" sz="2000" b="0" i="0" u="none" strike="noStrike" cap="none" normalizeH="0" baseline="0" dirty="0" smtClean="0">
                <a:ln>
                  <a:noFill/>
                </a:ln>
                <a:solidFill>
                  <a:srgbClr val="545D7E"/>
                </a:solidFill>
                <a:effectLst/>
                <a:latin typeface="Courier New" panose="02070309020205020404" pitchFamily="49" charset="0"/>
                <a:cs typeface="Courier New" panose="02070309020205020404" pitchFamily="49" charset="0"/>
              </a:rPr>
              <a:t>="${#</a:t>
            </a:r>
            <a:r>
              <a:rPr kumimoji="0" lang="en-US" altLang="en-US" sz="2000" b="0" i="0" u="none" strike="noStrike" cap="none" normalizeH="0" baseline="0" dirty="0" err="1" smtClean="0">
                <a:ln>
                  <a:noFill/>
                </a:ln>
                <a:solidFill>
                  <a:srgbClr val="545D7E"/>
                </a:solidFill>
                <a:effectLst/>
                <a:latin typeface="Courier New" panose="02070309020205020404" pitchFamily="49" charset="0"/>
                <a:cs typeface="Courier New" panose="02070309020205020404" pitchFamily="49" charset="0"/>
              </a:rPr>
              <a:t>fields.hasErrors</a:t>
            </a:r>
            <a:r>
              <a:rPr kumimoji="0" lang="en-US" altLang="en-US" sz="2000" b="0" i="0" u="none" strike="noStrike" cap="none" normalizeH="0" baseline="0" dirty="0" smtClean="0">
                <a:ln>
                  <a:noFill/>
                </a:ln>
                <a:solidFill>
                  <a:srgbClr val="545D7E"/>
                </a:solidFill>
                <a:effectLst/>
                <a:latin typeface="Courier New" panose="02070309020205020404" pitchFamily="49" charset="0"/>
                <a:cs typeface="Courier New" panose="02070309020205020404" pitchFamily="49" charset="0"/>
              </a:rPr>
              <a:t>('</a:t>
            </a:r>
            <a:r>
              <a:rPr kumimoji="0" lang="en-US" altLang="en-US" sz="2000" b="0" i="0" u="none" strike="noStrike" cap="none" normalizeH="0" baseline="0" dirty="0" err="1" smtClean="0">
                <a:ln>
                  <a:noFill/>
                </a:ln>
                <a:solidFill>
                  <a:srgbClr val="545D7E"/>
                </a:solidFill>
                <a:effectLst/>
                <a:latin typeface="Courier New" panose="02070309020205020404" pitchFamily="49" charset="0"/>
                <a:cs typeface="Courier New" panose="02070309020205020404" pitchFamily="49" charset="0"/>
              </a:rPr>
              <a:t>fieldName</a:t>
            </a:r>
            <a:r>
              <a:rPr kumimoji="0" lang="en-US" altLang="en-US" sz="2000" b="0" i="0" u="none" strike="noStrike" cap="none" normalizeH="0" baseline="0" dirty="0" smtClean="0">
                <a:ln>
                  <a:noFill/>
                </a:ln>
                <a:solidFill>
                  <a:srgbClr val="545D7E"/>
                </a:solidFill>
                <a:effectLst/>
                <a:latin typeface="Courier New" panose="02070309020205020404" pitchFamily="49" charset="0"/>
                <a:cs typeface="Courier New" panose="02070309020205020404" pitchFamily="49" charset="0"/>
              </a:rPr>
              <a:t>')}"</a:t>
            </a:r>
            <a:r>
              <a:rPr kumimoji="0" lang="en-US" altLang="en-US" sz="2000" b="0" i="0" u="none" strike="noStrike" cap="none" normalizeH="0" baseline="0" dirty="0" smtClean="0">
                <a:ln>
                  <a:noFill/>
                </a:ln>
                <a:solidFill>
                  <a:srgbClr val="545D7E"/>
                </a:solidFill>
                <a:effectLst/>
                <a:cs typeface="Arial" panose="020B0604020202020204" pitchFamily="34" charset="0"/>
              </a:rPr>
              <a:t> or </a:t>
            </a:r>
            <a:r>
              <a:rPr kumimoji="0" lang="en-US" altLang="en-US" sz="2000" b="0" i="0" u="none" strike="noStrike" cap="none" normalizeH="0" baseline="0" dirty="0" err="1" smtClean="0">
                <a:ln>
                  <a:noFill/>
                </a:ln>
                <a:solidFill>
                  <a:srgbClr val="545D7E"/>
                </a:solidFill>
                <a:effectLst/>
                <a:latin typeface="Courier New" panose="02070309020205020404" pitchFamily="49" charset="0"/>
                <a:cs typeface="Courier New" panose="02070309020205020404" pitchFamily="49" charset="0"/>
              </a:rPr>
              <a:t>th:if</a:t>
            </a:r>
            <a:r>
              <a:rPr kumimoji="0" lang="en-US" altLang="en-US" sz="2000" b="0" i="0" u="none" strike="noStrike" cap="none" normalizeH="0" baseline="0" dirty="0" smtClean="0">
                <a:ln>
                  <a:noFill/>
                </a:ln>
                <a:solidFill>
                  <a:srgbClr val="545D7E"/>
                </a:solidFill>
                <a:effectLst/>
                <a:latin typeface="Courier New" panose="02070309020205020404" pitchFamily="49" charset="0"/>
                <a:cs typeface="Courier New" panose="02070309020205020404" pitchFamily="49" charset="0"/>
              </a:rPr>
              <a:t>="${#</a:t>
            </a:r>
            <a:r>
              <a:rPr kumimoji="0" lang="en-US" altLang="en-US" sz="2000" b="0" i="0" u="none" strike="noStrike" cap="none" normalizeH="0" baseline="0" dirty="0" err="1" smtClean="0">
                <a:ln>
                  <a:noFill/>
                </a:ln>
                <a:solidFill>
                  <a:srgbClr val="545D7E"/>
                </a:solidFill>
                <a:effectLst/>
                <a:latin typeface="Courier New" panose="02070309020205020404" pitchFamily="49" charset="0"/>
                <a:cs typeface="Courier New" panose="02070309020205020404" pitchFamily="49" charset="0"/>
              </a:rPr>
              <a:t>fields.hasAnyErrors</a:t>
            </a:r>
            <a:r>
              <a:rPr kumimoji="0" lang="en-US" altLang="en-US" sz="2000" b="0" i="0" u="none" strike="noStrike" cap="none" normalizeH="0" baseline="0" dirty="0" smtClean="0">
                <a:ln>
                  <a:noFill/>
                </a:ln>
                <a:solidFill>
                  <a:srgbClr val="545D7E"/>
                </a:solidFill>
                <a:effectLst/>
                <a:latin typeface="Courier New" panose="02070309020205020404" pitchFamily="49" charset="0"/>
                <a:cs typeface="Courier New" panose="02070309020205020404" pitchFamily="49" charset="0"/>
              </a:rPr>
              <a:t>()}"</a:t>
            </a:r>
            <a:r>
              <a:rPr kumimoji="0" lang="en-US" altLang="en-US" sz="2000" b="0" i="0" u="none" strike="noStrike" cap="none" normalizeH="0" baseline="0" dirty="0" smtClean="0">
                <a:ln>
                  <a:noFill/>
                </a:ln>
                <a:solidFill>
                  <a:srgbClr val="545D7E"/>
                </a:solidFill>
                <a:effectLst/>
                <a:cs typeface="Arial" panose="020B0604020202020204" pitchFamily="34" charset="0"/>
              </a:rPr>
              <a:t> to conditionally display error messages or styling.</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000" b="0" i="0" u="none" strike="noStrike" cap="none" normalizeH="0" baseline="0" dirty="0" smtClean="0">
              <a:ln>
                <a:noFill/>
              </a:ln>
              <a:solidFill>
                <a:schemeClr val="tx1"/>
              </a:solidFill>
              <a:effectLst/>
            </a:endParaRPr>
          </a:p>
        </p:txBody>
      </p:sp>
    </p:spTree>
    <p:extLst>
      <p:ext uri="{BB962C8B-B14F-4D97-AF65-F5344CB8AC3E}">
        <p14:creationId xmlns:p14="http://schemas.microsoft.com/office/powerpoint/2010/main" val="3579664050"/>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rotWithShape="1">
          <a:blip r:embed="rId2"/>
          <a:srcRect l="5417" t="25000" r="5625" b="11296"/>
          <a:stretch/>
        </p:blipFill>
        <p:spPr>
          <a:xfrm>
            <a:off x="247650" y="1638300"/>
            <a:ext cx="11921866" cy="4802251"/>
          </a:xfrm>
          <a:prstGeom prst="rect">
            <a:avLst/>
          </a:prstGeom>
        </p:spPr>
      </p:pic>
      <p:sp>
        <p:nvSpPr>
          <p:cNvPr id="3" name="Rectangle 2">
            <a:extLst>
              <a:ext uri="{FF2B5EF4-FFF2-40B4-BE49-F238E27FC236}">
                <a16:creationId xmlns:a16="http://schemas.microsoft.com/office/drawing/2014/main" id="{CA17B3E7-0816-C9EA-10A3-7D6463FCF1B6}"/>
              </a:ext>
            </a:extLst>
          </p:cNvPr>
          <p:cNvSpPr/>
          <p:nvPr/>
        </p:nvSpPr>
        <p:spPr>
          <a:xfrm>
            <a:off x="2166938" y="0"/>
            <a:ext cx="7277100" cy="1133475"/>
          </a:xfrm>
          <a:prstGeom prst="rect">
            <a:avLst/>
          </a:prstGeom>
          <a:solidFill>
            <a:srgbClr val="7395D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200" dirty="0" smtClean="0">
                <a:solidFill>
                  <a:schemeClr val="tx1"/>
                </a:solidFill>
                <a:latin typeface="Baskerville Old Face" panose="02020602080505020303" pitchFamily="18" charset="0"/>
              </a:rPr>
              <a:t>Handling Forms and Form Validation with </a:t>
            </a:r>
            <a:r>
              <a:rPr lang="en-US" sz="3200" dirty="0" err="1" smtClean="0">
                <a:solidFill>
                  <a:schemeClr val="tx1"/>
                </a:solidFill>
                <a:latin typeface="Baskerville Old Face" panose="02020602080505020303" pitchFamily="18" charset="0"/>
              </a:rPr>
              <a:t>thymeleaf</a:t>
            </a:r>
            <a:endParaRPr lang="en-IN" sz="3200" dirty="0">
              <a:latin typeface="Bookman Old Style" panose="02050604050505020204" pitchFamily="18" charset="0"/>
            </a:endParaRPr>
          </a:p>
        </p:txBody>
      </p:sp>
      <p:pic>
        <p:nvPicPr>
          <p:cNvPr id="4" name="Picture 3">
            <a:extLst>
              <a:ext uri="{FF2B5EF4-FFF2-40B4-BE49-F238E27FC236}">
                <a16:creationId xmlns:a16="http://schemas.microsoft.com/office/drawing/2014/main" id="{9521783E-C584-0B64-E266-16603B17D53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172702" y="0"/>
            <a:ext cx="1881186" cy="906871"/>
          </a:xfrm>
          <a:prstGeom prst="rect">
            <a:avLst/>
          </a:prstGeom>
        </p:spPr>
      </p:pic>
      <p:pic>
        <p:nvPicPr>
          <p:cNvPr id="5" name="Picture 4">
            <a:extLst>
              <a:ext uri="{FF2B5EF4-FFF2-40B4-BE49-F238E27FC236}">
                <a16:creationId xmlns:a16="http://schemas.microsoft.com/office/drawing/2014/main" id="{D80704AD-12EF-9FAD-D8CC-E8D6E9D8A140}"/>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42900" y="63176"/>
            <a:ext cx="1095374" cy="797671"/>
          </a:xfrm>
          <a:prstGeom prst="rect">
            <a:avLst/>
          </a:prstGeom>
        </p:spPr>
      </p:pic>
    </p:spTree>
    <p:extLst>
      <p:ext uri="{BB962C8B-B14F-4D97-AF65-F5344CB8AC3E}">
        <p14:creationId xmlns:p14="http://schemas.microsoft.com/office/powerpoint/2010/main" val="132244044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CA17B3E7-0816-C9EA-10A3-7D6463FCF1B6}"/>
              </a:ext>
            </a:extLst>
          </p:cNvPr>
          <p:cNvSpPr/>
          <p:nvPr/>
        </p:nvSpPr>
        <p:spPr>
          <a:xfrm>
            <a:off x="2166938" y="0"/>
            <a:ext cx="7277100" cy="797671"/>
          </a:xfrm>
          <a:prstGeom prst="rect">
            <a:avLst/>
          </a:prstGeom>
          <a:solidFill>
            <a:srgbClr val="7395D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200" dirty="0" smtClean="0">
                <a:solidFill>
                  <a:schemeClr val="tx1"/>
                </a:solidFill>
                <a:latin typeface="Baskerville Old Face" panose="02020602080505020303" pitchFamily="18" charset="0"/>
              </a:rPr>
              <a:t>Example form handling with validation</a:t>
            </a:r>
            <a:endParaRPr lang="en-IN" sz="3200" dirty="0">
              <a:latin typeface="Bookman Old Style" panose="02050604050505020204" pitchFamily="18" charset="0"/>
            </a:endParaRPr>
          </a:p>
        </p:txBody>
      </p:sp>
      <p:pic>
        <p:nvPicPr>
          <p:cNvPr id="8" name="Picture 7">
            <a:extLst>
              <a:ext uri="{FF2B5EF4-FFF2-40B4-BE49-F238E27FC236}">
                <a16:creationId xmlns:a16="http://schemas.microsoft.com/office/drawing/2014/main" id="{9521783E-C584-0B64-E266-16603B17D53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172702" y="0"/>
            <a:ext cx="1881186" cy="906871"/>
          </a:xfrm>
          <a:prstGeom prst="rect">
            <a:avLst/>
          </a:prstGeom>
        </p:spPr>
      </p:pic>
      <p:pic>
        <p:nvPicPr>
          <p:cNvPr id="12" name="Picture 11">
            <a:extLst>
              <a:ext uri="{FF2B5EF4-FFF2-40B4-BE49-F238E27FC236}">
                <a16:creationId xmlns:a16="http://schemas.microsoft.com/office/drawing/2014/main" id="{D80704AD-12EF-9FAD-D8CC-E8D6E9D8A14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42900" y="63176"/>
            <a:ext cx="1095374" cy="797671"/>
          </a:xfrm>
          <a:prstGeom prst="rect">
            <a:avLst/>
          </a:prstGeom>
        </p:spPr>
      </p:pic>
      <p:sp>
        <p:nvSpPr>
          <p:cNvPr id="5" name="Rectangle 4"/>
          <p:cNvSpPr/>
          <p:nvPr/>
        </p:nvSpPr>
        <p:spPr>
          <a:xfrm>
            <a:off x="342900" y="1081384"/>
            <a:ext cx="4067175" cy="3139321"/>
          </a:xfrm>
          <a:prstGeom prst="rect">
            <a:avLst/>
          </a:prstGeom>
        </p:spPr>
        <p:style>
          <a:lnRef idx="1">
            <a:schemeClr val="accent6"/>
          </a:lnRef>
          <a:fillRef idx="2">
            <a:schemeClr val="accent6"/>
          </a:fillRef>
          <a:effectRef idx="1">
            <a:schemeClr val="accent6"/>
          </a:effectRef>
          <a:fontRef idx="minor">
            <a:schemeClr val="dk1"/>
          </a:fontRef>
        </p:style>
        <p:txBody>
          <a:bodyPr wrap="square">
            <a:spAutoFit/>
          </a:bodyPr>
          <a:lstStyle/>
          <a:p>
            <a:r>
              <a:rPr lang="en-US" dirty="0" smtClean="0"/>
              <a:t>Java model:</a:t>
            </a:r>
          </a:p>
          <a:p>
            <a:r>
              <a:rPr lang="en-US" dirty="0" smtClean="0"/>
              <a:t>==========</a:t>
            </a:r>
          </a:p>
          <a:p>
            <a:r>
              <a:rPr lang="en-US" dirty="0" smtClean="0"/>
              <a:t>public </a:t>
            </a:r>
            <a:r>
              <a:rPr lang="en-US" dirty="0"/>
              <a:t>class </a:t>
            </a:r>
            <a:r>
              <a:rPr lang="en-US" dirty="0" err="1"/>
              <a:t>UserForm</a:t>
            </a:r>
            <a:r>
              <a:rPr lang="en-US" dirty="0"/>
              <a:t> {    </a:t>
            </a:r>
            <a:endParaRPr lang="en-US" dirty="0" smtClean="0"/>
          </a:p>
          <a:p>
            <a:r>
              <a:rPr lang="en-US" dirty="0" smtClean="0"/>
              <a:t>@</a:t>
            </a:r>
            <a:r>
              <a:rPr lang="en-US" dirty="0" err="1"/>
              <a:t>NotNull</a:t>
            </a:r>
            <a:r>
              <a:rPr lang="en-US" dirty="0"/>
              <a:t>    </a:t>
            </a:r>
            <a:endParaRPr lang="en-US" dirty="0" smtClean="0"/>
          </a:p>
          <a:p>
            <a:r>
              <a:rPr lang="en-US" dirty="0" smtClean="0"/>
              <a:t>@</a:t>
            </a:r>
            <a:r>
              <a:rPr lang="en-US" dirty="0"/>
              <a:t>Size(min = 1, max = 50)    </a:t>
            </a:r>
            <a:endParaRPr lang="en-US" dirty="0" smtClean="0"/>
          </a:p>
          <a:p>
            <a:r>
              <a:rPr lang="en-US" dirty="0" smtClean="0"/>
              <a:t>private </a:t>
            </a:r>
            <a:r>
              <a:rPr lang="en-US" dirty="0"/>
              <a:t>String username;    </a:t>
            </a:r>
            <a:endParaRPr lang="en-US" dirty="0" smtClean="0"/>
          </a:p>
          <a:p>
            <a:r>
              <a:rPr lang="en-US" dirty="0" smtClean="0"/>
              <a:t>@</a:t>
            </a:r>
            <a:r>
              <a:rPr lang="en-US" dirty="0" err="1"/>
              <a:t>NotNull</a:t>
            </a:r>
            <a:r>
              <a:rPr lang="en-US" dirty="0"/>
              <a:t>    </a:t>
            </a:r>
            <a:endParaRPr lang="en-US" dirty="0" smtClean="0"/>
          </a:p>
          <a:p>
            <a:r>
              <a:rPr lang="en-US" dirty="0" smtClean="0"/>
              <a:t>@</a:t>
            </a:r>
            <a:r>
              <a:rPr lang="en-US" dirty="0"/>
              <a:t>Size(min = 6)    </a:t>
            </a:r>
            <a:endParaRPr lang="en-US" dirty="0" smtClean="0"/>
          </a:p>
          <a:p>
            <a:r>
              <a:rPr lang="en-US" dirty="0" smtClean="0"/>
              <a:t>private </a:t>
            </a:r>
            <a:r>
              <a:rPr lang="en-US" dirty="0"/>
              <a:t>String password;    </a:t>
            </a:r>
            <a:endParaRPr lang="en-US" dirty="0" smtClean="0"/>
          </a:p>
          <a:p>
            <a:r>
              <a:rPr lang="en-US" dirty="0" smtClean="0"/>
              <a:t>// </a:t>
            </a:r>
            <a:r>
              <a:rPr lang="en-US" dirty="0"/>
              <a:t>Getters and </a:t>
            </a:r>
            <a:r>
              <a:rPr lang="en-US" dirty="0" smtClean="0"/>
              <a:t>Setters</a:t>
            </a:r>
          </a:p>
          <a:p>
            <a:r>
              <a:rPr lang="en-US" dirty="0" smtClean="0"/>
              <a:t>}</a:t>
            </a:r>
            <a:endParaRPr lang="en-US" dirty="0"/>
          </a:p>
        </p:txBody>
      </p:sp>
      <p:sp>
        <p:nvSpPr>
          <p:cNvPr id="6" name="Rectangle 5"/>
          <p:cNvSpPr/>
          <p:nvPr/>
        </p:nvSpPr>
        <p:spPr>
          <a:xfrm>
            <a:off x="4838700" y="997715"/>
            <a:ext cx="6543676" cy="3046988"/>
          </a:xfrm>
          <a:prstGeom prst="rect">
            <a:avLst/>
          </a:prstGeom>
        </p:spPr>
        <p:style>
          <a:lnRef idx="3">
            <a:schemeClr val="lt1"/>
          </a:lnRef>
          <a:fillRef idx="1">
            <a:schemeClr val="accent5"/>
          </a:fillRef>
          <a:effectRef idx="1">
            <a:schemeClr val="accent5"/>
          </a:effectRef>
          <a:fontRef idx="minor">
            <a:schemeClr val="lt1"/>
          </a:fontRef>
        </p:style>
        <p:txBody>
          <a:bodyPr wrap="square">
            <a:spAutoFit/>
          </a:bodyPr>
          <a:lstStyle/>
          <a:p>
            <a:r>
              <a:rPr lang="en-US" sz="1200" dirty="0"/>
              <a:t>@</a:t>
            </a:r>
            <a:r>
              <a:rPr lang="en-US" sz="1200" dirty="0" smtClean="0"/>
              <a:t>Controller</a:t>
            </a:r>
          </a:p>
          <a:p>
            <a:r>
              <a:rPr lang="en-US" sz="1200" smtClean="0"/>
              <a:t>Public  class </a:t>
            </a:r>
            <a:r>
              <a:rPr lang="en-US" sz="1200" dirty="0" err="1"/>
              <a:t>UserController</a:t>
            </a:r>
            <a:r>
              <a:rPr lang="en-US" sz="1200" dirty="0"/>
              <a:t> {    </a:t>
            </a:r>
            <a:endParaRPr lang="en-US" sz="1200" dirty="0" smtClean="0"/>
          </a:p>
          <a:p>
            <a:r>
              <a:rPr lang="en-US" sz="1200" dirty="0" smtClean="0"/>
              <a:t>@</a:t>
            </a:r>
            <a:r>
              <a:rPr lang="en-US" sz="1200" dirty="0" err="1"/>
              <a:t>GetMapping</a:t>
            </a:r>
            <a:r>
              <a:rPr lang="en-US" sz="1200" dirty="0"/>
              <a:t>("/register")    </a:t>
            </a:r>
            <a:endParaRPr lang="en-US" sz="1200" dirty="0" smtClean="0"/>
          </a:p>
          <a:p>
            <a:r>
              <a:rPr lang="en-US" sz="1200" dirty="0" smtClean="0"/>
              <a:t>public </a:t>
            </a:r>
            <a:r>
              <a:rPr lang="en-US" sz="1200" dirty="0"/>
              <a:t>String </a:t>
            </a:r>
            <a:r>
              <a:rPr lang="en-US" sz="1200" dirty="0" err="1"/>
              <a:t>showRegistrationForm</a:t>
            </a:r>
            <a:r>
              <a:rPr lang="en-US" sz="1200" dirty="0"/>
              <a:t>(Model model) {        </a:t>
            </a:r>
            <a:endParaRPr lang="en-US" sz="1200" dirty="0" smtClean="0"/>
          </a:p>
          <a:p>
            <a:r>
              <a:rPr lang="en-US" sz="1200" dirty="0" err="1" smtClean="0"/>
              <a:t>model.addAttribute</a:t>
            </a:r>
            <a:r>
              <a:rPr lang="en-US" sz="1200" dirty="0"/>
              <a:t>("</a:t>
            </a:r>
            <a:r>
              <a:rPr lang="en-US" sz="1200" dirty="0" err="1"/>
              <a:t>userForm</a:t>
            </a:r>
            <a:r>
              <a:rPr lang="en-US" sz="1200" dirty="0"/>
              <a:t>", new </a:t>
            </a:r>
            <a:r>
              <a:rPr lang="en-US" sz="1200" dirty="0" err="1"/>
              <a:t>UserForm</a:t>
            </a:r>
            <a:r>
              <a:rPr lang="en-US" sz="1200" dirty="0"/>
              <a:t>());        </a:t>
            </a:r>
            <a:endParaRPr lang="en-US" sz="1200" dirty="0" smtClean="0"/>
          </a:p>
          <a:p>
            <a:r>
              <a:rPr lang="en-US" sz="1200" dirty="0" smtClean="0"/>
              <a:t>return </a:t>
            </a:r>
            <a:r>
              <a:rPr lang="en-US" sz="1200" dirty="0"/>
              <a:t>"register";    </a:t>
            </a:r>
            <a:endParaRPr lang="en-US" sz="1200" dirty="0" smtClean="0"/>
          </a:p>
          <a:p>
            <a:r>
              <a:rPr lang="en-US" sz="1200" dirty="0" smtClean="0"/>
              <a:t>}    </a:t>
            </a:r>
          </a:p>
          <a:p>
            <a:r>
              <a:rPr lang="en-US" sz="1200" dirty="0" smtClean="0"/>
              <a:t>@</a:t>
            </a:r>
            <a:r>
              <a:rPr lang="en-US" sz="1200" dirty="0" err="1"/>
              <a:t>PostMapping</a:t>
            </a:r>
            <a:r>
              <a:rPr lang="en-US" sz="1200" dirty="0"/>
              <a:t>("/register")    </a:t>
            </a:r>
            <a:endParaRPr lang="en-US" sz="1200" dirty="0" smtClean="0"/>
          </a:p>
          <a:p>
            <a:r>
              <a:rPr lang="en-US" sz="1200" dirty="0" smtClean="0"/>
              <a:t>public </a:t>
            </a:r>
            <a:r>
              <a:rPr lang="en-US" sz="1200" dirty="0"/>
              <a:t>String </a:t>
            </a:r>
            <a:r>
              <a:rPr lang="en-US" sz="1200" dirty="0" err="1"/>
              <a:t>processRegistration</a:t>
            </a:r>
            <a:r>
              <a:rPr lang="en-US" sz="1200" dirty="0"/>
              <a:t>(@</a:t>
            </a:r>
            <a:r>
              <a:rPr lang="en-US" sz="1200" dirty="0" err="1"/>
              <a:t>ModelAttribute</a:t>
            </a:r>
            <a:r>
              <a:rPr lang="en-US" sz="1200" dirty="0"/>
              <a:t>("</a:t>
            </a:r>
            <a:r>
              <a:rPr lang="en-US" sz="1200" dirty="0" err="1"/>
              <a:t>userForm</a:t>
            </a:r>
            <a:r>
              <a:rPr lang="en-US" sz="1200" dirty="0"/>
              <a:t>") </a:t>
            </a:r>
            <a:endParaRPr lang="en-US" sz="1200" dirty="0" smtClean="0"/>
          </a:p>
          <a:p>
            <a:r>
              <a:rPr lang="en-US" sz="1200" dirty="0" smtClean="0"/>
              <a:t>@</a:t>
            </a:r>
            <a:r>
              <a:rPr lang="en-US" sz="1200" dirty="0"/>
              <a:t>Valid </a:t>
            </a:r>
            <a:r>
              <a:rPr lang="en-US" sz="1200" dirty="0" err="1"/>
              <a:t>UserForm</a:t>
            </a:r>
            <a:r>
              <a:rPr lang="en-US" sz="1200" dirty="0"/>
              <a:t> </a:t>
            </a:r>
            <a:r>
              <a:rPr lang="en-US" sz="1200" dirty="0" err="1"/>
              <a:t>userForm</a:t>
            </a:r>
            <a:r>
              <a:rPr lang="en-US" sz="1200" dirty="0"/>
              <a:t>, </a:t>
            </a:r>
            <a:endParaRPr lang="en-US" sz="1200" dirty="0" smtClean="0"/>
          </a:p>
          <a:p>
            <a:r>
              <a:rPr lang="en-US" sz="1200" dirty="0" err="1" smtClean="0"/>
              <a:t>BindingResult</a:t>
            </a:r>
            <a:r>
              <a:rPr lang="en-US" sz="1200" dirty="0" smtClean="0"/>
              <a:t> </a:t>
            </a:r>
            <a:r>
              <a:rPr lang="en-US" sz="1200" dirty="0" err="1"/>
              <a:t>bindingResult</a:t>
            </a:r>
            <a:r>
              <a:rPr lang="en-US" sz="1200" dirty="0"/>
              <a:t>) {        </a:t>
            </a:r>
            <a:endParaRPr lang="en-US" sz="1200" dirty="0" smtClean="0"/>
          </a:p>
          <a:p>
            <a:r>
              <a:rPr lang="en-US" sz="1200" dirty="0" smtClean="0"/>
              <a:t>if </a:t>
            </a:r>
            <a:r>
              <a:rPr lang="en-US" sz="1200" dirty="0"/>
              <a:t>(</a:t>
            </a:r>
            <a:r>
              <a:rPr lang="en-US" sz="1200" dirty="0" err="1"/>
              <a:t>bindingResult.hasErrors</a:t>
            </a:r>
            <a:r>
              <a:rPr lang="en-US" sz="1200" dirty="0"/>
              <a:t>()) {            </a:t>
            </a:r>
            <a:endParaRPr lang="en-US" sz="1200" dirty="0" smtClean="0"/>
          </a:p>
          <a:p>
            <a:r>
              <a:rPr lang="en-US" sz="1200" dirty="0" smtClean="0"/>
              <a:t>return </a:t>
            </a:r>
            <a:r>
              <a:rPr lang="en-US" sz="1200" dirty="0"/>
              <a:t>"register"; // Re-display form with errors        </a:t>
            </a:r>
            <a:endParaRPr lang="en-US" sz="1200" dirty="0" smtClean="0"/>
          </a:p>
          <a:p>
            <a:r>
              <a:rPr lang="en-US" sz="1200" dirty="0" smtClean="0"/>
              <a:t>}        </a:t>
            </a:r>
            <a:r>
              <a:rPr lang="en-US" sz="1200" dirty="0"/>
              <a:t>// Process </a:t>
            </a:r>
            <a:r>
              <a:rPr lang="en-US" sz="1200" dirty="0" err="1"/>
              <a:t>userForm</a:t>
            </a:r>
            <a:r>
              <a:rPr lang="en-US" sz="1200" dirty="0"/>
              <a:t> data (e.g., save to database)        </a:t>
            </a:r>
            <a:endParaRPr lang="en-US" sz="1200" dirty="0" smtClean="0"/>
          </a:p>
          <a:p>
            <a:r>
              <a:rPr lang="en-US" sz="1200" dirty="0" smtClean="0"/>
              <a:t>return </a:t>
            </a:r>
            <a:r>
              <a:rPr lang="en-US" sz="1200" dirty="0"/>
              <a:t>"redirect:/success";    </a:t>
            </a:r>
            <a:r>
              <a:rPr lang="en-US" sz="1200" dirty="0" smtClean="0"/>
              <a:t>}</a:t>
            </a:r>
          </a:p>
          <a:p>
            <a:r>
              <a:rPr lang="en-US" sz="1200" dirty="0" smtClean="0"/>
              <a:t>}</a:t>
            </a:r>
            <a:endParaRPr lang="en-US" sz="1200" dirty="0"/>
          </a:p>
        </p:txBody>
      </p:sp>
      <p:sp>
        <p:nvSpPr>
          <p:cNvPr id="7" name="Rectangle 6"/>
          <p:cNvSpPr/>
          <p:nvPr/>
        </p:nvSpPr>
        <p:spPr>
          <a:xfrm>
            <a:off x="400051" y="4227419"/>
            <a:ext cx="10982325" cy="2308324"/>
          </a:xfrm>
          <a:prstGeom prst="rect">
            <a:avLst/>
          </a:prstGeom>
        </p:spPr>
        <p:style>
          <a:lnRef idx="2">
            <a:schemeClr val="accent3">
              <a:shade val="50000"/>
            </a:schemeClr>
          </a:lnRef>
          <a:fillRef idx="1">
            <a:schemeClr val="accent3"/>
          </a:fillRef>
          <a:effectRef idx="0">
            <a:schemeClr val="accent3"/>
          </a:effectRef>
          <a:fontRef idx="minor">
            <a:schemeClr val="lt1"/>
          </a:fontRef>
        </p:style>
        <p:txBody>
          <a:bodyPr wrap="square">
            <a:spAutoFit/>
          </a:bodyPr>
          <a:lstStyle/>
          <a:p>
            <a:r>
              <a:rPr lang="en-US" dirty="0"/>
              <a:t>&lt;form </a:t>
            </a:r>
            <a:r>
              <a:rPr lang="en-US" dirty="0" err="1"/>
              <a:t>th:action</a:t>
            </a:r>
            <a:r>
              <a:rPr lang="en-US" dirty="0"/>
              <a:t>="@{/register}" </a:t>
            </a:r>
            <a:r>
              <a:rPr lang="en-US" dirty="0" err="1"/>
              <a:t>th:object</a:t>
            </a:r>
            <a:r>
              <a:rPr lang="en-US" dirty="0"/>
              <a:t>="${</a:t>
            </a:r>
            <a:r>
              <a:rPr lang="en-US" dirty="0" err="1"/>
              <a:t>userForm</a:t>
            </a:r>
            <a:r>
              <a:rPr lang="en-US" dirty="0"/>
              <a:t>}" method="post"&gt;    </a:t>
            </a:r>
            <a:endParaRPr lang="en-US" dirty="0" smtClean="0"/>
          </a:p>
          <a:p>
            <a:r>
              <a:rPr lang="en-US" dirty="0" smtClean="0"/>
              <a:t>&lt;</a:t>
            </a:r>
            <a:r>
              <a:rPr lang="en-US" dirty="0"/>
              <a:t>label for="username"&gt;Username:&lt;/label&gt;    </a:t>
            </a:r>
            <a:endParaRPr lang="en-US" dirty="0" smtClean="0"/>
          </a:p>
          <a:p>
            <a:r>
              <a:rPr lang="en-US" dirty="0" smtClean="0"/>
              <a:t>&lt;</a:t>
            </a:r>
            <a:r>
              <a:rPr lang="en-US" dirty="0"/>
              <a:t>input type="text" id="username" </a:t>
            </a:r>
            <a:r>
              <a:rPr lang="en-US" dirty="0" err="1"/>
              <a:t>th:field</a:t>
            </a:r>
            <a:r>
              <a:rPr lang="en-US" dirty="0"/>
              <a:t>="*{username}" </a:t>
            </a:r>
            <a:r>
              <a:rPr lang="en-US" dirty="0" err="1"/>
              <a:t>th:errorclass</a:t>
            </a:r>
            <a:r>
              <a:rPr lang="en-US" dirty="0"/>
              <a:t>="field-error" /&gt;    </a:t>
            </a:r>
            <a:endParaRPr lang="en-US" dirty="0" smtClean="0"/>
          </a:p>
          <a:p>
            <a:r>
              <a:rPr lang="en-US" dirty="0" smtClean="0"/>
              <a:t>&lt;</a:t>
            </a:r>
            <a:r>
              <a:rPr lang="en-US" dirty="0"/>
              <a:t>span </a:t>
            </a:r>
            <a:r>
              <a:rPr lang="en-US" dirty="0" err="1"/>
              <a:t>th:if</a:t>
            </a:r>
            <a:r>
              <a:rPr lang="en-US" dirty="0"/>
              <a:t>="${#</a:t>
            </a:r>
            <a:r>
              <a:rPr lang="en-US" dirty="0" err="1"/>
              <a:t>fields.hasErrors</a:t>
            </a:r>
            <a:r>
              <a:rPr lang="en-US" dirty="0"/>
              <a:t>('username')}" </a:t>
            </a:r>
            <a:r>
              <a:rPr lang="en-US" dirty="0" err="1"/>
              <a:t>th:errors</a:t>
            </a:r>
            <a:r>
              <a:rPr lang="en-US" dirty="0"/>
              <a:t>="*{username}" class="error-message"&gt;&lt;/span&gt;    </a:t>
            </a:r>
            <a:endParaRPr lang="en-US" dirty="0" smtClean="0"/>
          </a:p>
          <a:p>
            <a:r>
              <a:rPr lang="en-US" dirty="0" smtClean="0"/>
              <a:t>&lt;</a:t>
            </a:r>
            <a:r>
              <a:rPr lang="en-US" dirty="0"/>
              <a:t>label for="password"&gt;Password:&lt;/label&gt;   </a:t>
            </a:r>
            <a:endParaRPr lang="en-US" dirty="0" smtClean="0"/>
          </a:p>
          <a:p>
            <a:r>
              <a:rPr lang="en-US" dirty="0" smtClean="0"/>
              <a:t>&lt;</a:t>
            </a:r>
            <a:r>
              <a:rPr lang="en-US" dirty="0"/>
              <a:t>input type="password" id="password" </a:t>
            </a:r>
            <a:r>
              <a:rPr lang="en-US" dirty="0" err="1"/>
              <a:t>th:field</a:t>
            </a:r>
            <a:r>
              <a:rPr lang="en-US" dirty="0"/>
              <a:t>="*{password}" </a:t>
            </a:r>
            <a:r>
              <a:rPr lang="en-US" dirty="0" err="1"/>
              <a:t>th:errorclass</a:t>
            </a:r>
            <a:r>
              <a:rPr lang="en-US" dirty="0"/>
              <a:t>="field-error" /&gt;    </a:t>
            </a:r>
            <a:endParaRPr lang="en-US" dirty="0" smtClean="0"/>
          </a:p>
          <a:p>
            <a:r>
              <a:rPr lang="en-US" dirty="0" smtClean="0"/>
              <a:t>&lt;</a:t>
            </a:r>
            <a:r>
              <a:rPr lang="en-US" dirty="0"/>
              <a:t>span </a:t>
            </a:r>
            <a:r>
              <a:rPr lang="en-US" dirty="0" err="1"/>
              <a:t>th:if</a:t>
            </a:r>
            <a:r>
              <a:rPr lang="en-US" dirty="0"/>
              <a:t>="${#</a:t>
            </a:r>
            <a:r>
              <a:rPr lang="en-US" dirty="0" err="1"/>
              <a:t>fields.hasErrors</a:t>
            </a:r>
            <a:r>
              <a:rPr lang="en-US" dirty="0"/>
              <a:t>('password')}" </a:t>
            </a:r>
            <a:r>
              <a:rPr lang="en-US" dirty="0" err="1"/>
              <a:t>th:errors</a:t>
            </a:r>
            <a:r>
              <a:rPr lang="en-US" dirty="0"/>
              <a:t>="*{password}" class="error-message"&gt;&lt;/span&gt;    </a:t>
            </a:r>
            <a:endParaRPr lang="en-US" dirty="0" smtClean="0"/>
          </a:p>
          <a:p>
            <a:r>
              <a:rPr lang="en-US" dirty="0" smtClean="0"/>
              <a:t>&lt;</a:t>
            </a:r>
            <a:r>
              <a:rPr lang="en-US" dirty="0"/>
              <a:t>button type="submit"&gt;Register&lt;/button&gt;&lt;/form&gt;</a:t>
            </a:r>
          </a:p>
        </p:txBody>
      </p:sp>
    </p:spTree>
    <p:extLst>
      <p:ext uri="{BB962C8B-B14F-4D97-AF65-F5344CB8AC3E}">
        <p14:creationId xmlns:p14="http://schemas.microsoft.com/office/powerpoint/2010/main" val="1734904189"/>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CA17B3E7-0816-C9EA-10A3-7D6463FCF1B6}"/>
              </a:ext>
            </a:extLst>
          </p:cNvPr>
          <p:cNvSpPr/>
          <p:nvPr/>
        </p:nvSpPr>
        <p:spPr>
          <a:xfrm>
            <a:off x="2166938" y="0"/>
            <a:ext cx="7277100" cy="797671"/>
          </a:xfrm>
          <a:prstGeom prst="rect">
            <a:avLst/>
          </a:prstGeom>
          <a:solidFill>
            <a:srgbClr val="7395D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200" dirty="0" err="1" smtClean="0">
                <a:solidFill>
                  <a:schemeClr val="tx1"/>
                </a:solidFill>
                <a:latin typeface="Baskerville Old Face" panose="02020602080505020303" pitchFamily="18" charset="0"/>
              </a:rPr>
              <a:t>DevTools</a:t>
            </a:r>
            <a:r>
              <a:rPr lang="en-US" sz="3200" dirty="0" smtClean="0">
                <a:solidFill>
                  <a:schemeClr val="tx1"/>
                </a:solidFill>
                <a:latin typeface="Baskerville Old Face" panose="02020602080505020303" pitchFamily="18" charset="0"/>
              </a:rPr>
              <a:t> (auto restart)</a:t>
            </a:r>
            <a:endParaRPr lang="en-IN" sz="3200" dirty="0">
              <a:latin typeface="Bookman Old Style" panose="02050604050505020204" pitchFamily="18" charset="0"/>
            </a:endParaRPr>
          </a:p>
        </p:txBody>
      </p:sp>
      <p:pic>
        <p:nvPicPr>
          <p:cNvPr id="8" name="Picture 7">
            <a:extLst>
              <a:ext uri="{FF2B5EF4-FFF2-40B4-BE49-F238E27FC236}">
                <a16:creationId xmlns:a16="http://schemas.microsoft.com/office/drawing/2014/main" id="{9521783E-C584-0B64-E266-16603B17D53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172702" y="0"/>
            <a:ext cx="1881186" cy="906871"/>
          </a:xfrm>
          <a:prstGeom prst="rect">
            <a:avLst/>
          </a:prstGeom>
        </p:spPr>
      </p:pic>
      <p:pic>
        <p:nvPicPr>
          <p:cNvPr id="12" name="Picture 11">
            <a:extLst>
              <a:ext uri="{FF2B5EF4-FFF2-40B4-BE49-F238E27FC236}">
                <a16:creationId xmlns:a16="http://schemas.microsoft.com/office/drawing/2014/main" id="{D80704AD-12EF-9FAD-D8CC-E8D6E9D8A14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42900" y="63176"/>
            <a:ext cx="1095374" cy="797671"/>
          </a:xfrm>
          <a:prstGeom prst="rect">
            <a:avLst/>
          </a:prstGeom>
        </p:spPr>
      </p:pic>
      <p:sp>
        <p:nvSpPr>
          <p:cNvPr id="2" name="Rectangle 1"/>
          <p:cNvSpPr>
            <a:spLocks noChangeArrowheads="1"/>
          </p:cNvSpPr>
          <p:nvPr/>
        </p:nvSpPr>
        <p:spPr bwMode="auto">
          <a:xfrm>
            <a:off x="111847" y="1012954"/>
            <a:ext cx="11387282" cy="1815882"/>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2800" b="0" i="0" u="none" strike="noStrike" cap="none" normalizeH="0" baseline="0" dirty="0" smtClean="0">
                <a:ln>
                  <a:noFill/>
                </a:ln>
                <a:solidFill>
                  <a:srgbClr val="001D35"/>
                </a:solidFill>
                <a:effectLst/>
                <a:latin typeface="Arial" panose="020B0604020202020204" pitchFamily="34" charset="0"/>
                <a:cs typeface="Arial" panose="020B0604020202020204" pitchFamily="34" charset="0"/>
              </a:rPr>
              <a:t>To include Spring Boot </a:t>
            </a:r>
            <a:r>
              <a:rPr kumimoji="0" lang="en-US" altLang="en-US" sz="2800" b="0" i="0" u="none" strike="noStrike" cap="none" normalizeH="0" baseline="0" dirty="0" err="1" smtClean="0">
                <a:ln>
                  <a:noFill/>
                </a:ln>
                <a:solidFill>
                  <a:srgbClr val="001D35"/>
                </a:solidFill>
                <a:effectLst/>
                <a:latin typeface="Arial" panose="020B0604020202020204" pitchFamily="34" charset="0"/>
                <a:cs typeface="Arial" panose="020B0604020202020204" pitchFamily="34" charset="0"/>
              </a:rPr>
              <a:t>DevTools</a:t>
            </a:r>
            <a:r>
              <a:rPr kumimoji="0" lang="en-US" altLang="en-US" sz="2800" b="0" i="0" u="none" strike="noStrike" cap="none" normalizeH="0" baseline="0" dirty="0" smtClean="0">
                <a:ln>
                  <a:noFill/>
                </a:ln>
                <a:solidFill>
                  <a:srgbClr val="001D35"/>
                </a:solidFill>
                <a:effectLst/>
                <a:latin typeface="Arial" panose="020B0604020202020204" pitchFamily="34" charset="0"/>
                <a:cs typeface="Arial" panose="020B0604020202020204" pitchFamily="34" charset="0"/>
              </a:rPr>
              <a:t> in a Maven-based Spring Boot project, the </a:t>
            </a:r>
            <a:r>
              <a:rPr kumimoji="0" lang="en-US" altLang="en-US" b="0" i="0" u="none" strike="noStrike" cap="none" normalizeH="0" baseline="0" dirty="0" smtClean="0">
                <a:ln>
                  <a:noFill/>
                </a:ln>
                <a:solidFill>
                  <a:srgbClr val="001D35"/>
                </a:solidFill>
                <a:effectLst/>
                <a:latin typeface="Courier New" panose="02070309020205020404" pitchFamily="49" charset="0"/>
                <a:cs typeface="Courier New" panose="02070309020205020404" pitchFamily="49" charset="0"/>
              </a:rPr>
              <a:t>spring-boot-</a:t>
            </a:r>
            <a:r>
              <a:rPr kumimoji="0" lang="en-US" altLang="en-US" b="0" i="0" u="none" strike="noStrike" cap="none" normalizeH="0" baseline="0" dirty="0" err="1" smtClean="0">
                <a:ln>
                  <a:noFill/>
                </a:ln>
                <a:solidFill>
                  <a:srgbClr val="001D35"/>
                </a:solidFill>
                <a:effectLst/>
                <a:latin typeface="Courier New" panose="02070309020205020404" pitchFamily="49" charset="0"/>
                <a:cs typeface="Courier New" panose="02070309020205020404" pitchFamily="49" charset="0"/>
              </a:rPr>
              <a:t>devtools</a:t>
            </a:r>
            <a:r>
              <a:rPr kumimoji="0" lang="en-US" altLang="en-US" sz="2800" b="0" i="0" u="none" strike="noStrike" cap="none" normalizeH="0" baseline="0" dirty="0" smtClean="0">
                <a:ln>
                  <a:noFill/>
                </a:ln>
                <a:solidFill>
                  <a:srgbClr val="001D35"/>
                </a:solidFill>
                <a:effectLst/>
                <a:latin typeface="Arial" panose="020B0604020202020204" pitchFamily="34" charset="0"/>
                <a:cs typeface="Arial" panose="020B0604020202020204" pitchFamily="34" charset="0"/>
              </a:rPr>
              <a:t> dependency needs to be added to the </a:t>
            </a:r>
            <a:r>
              <a:rPr kumimoji="0" lang="en-US" altLang="en-US" b="0" i="0" u="none" strike="noStrike" cap="none" normalizeH="0" baseline="0" dirty="0" smtClean="0">
                <a:ln>
                  <a:noFill/>
                </a:ln>
                <a:solidFill>
                  <a:srgbClr val="001D35"/>
                </a:solidFill>
                <a:effectLst/>
                <a:latin typeface="Courier New" panose="02070309020205020404" pitchFamily="49" charset="0"/>
                <a:cs typeface="Courier New" panose="02070309020205020404" pitchFamily="49" charset="0"/>
              </a:rPr>
              <a:t>pom.xml</a:t>
            </a:r>
            <a:r>
              <a:rPr kumimoji="0" lang="en-US" altLang="en-US" sz="2800" b="0" i="0" u="none" strike="noStrike" cap="none" normalizeH="0" baseline="0" dirty="0" smtClean="0">
                <a:ln>
                  <a:noFill/>
                </a:ln>
                <a:solidFill>
                  <a:srgbClr val="001D35"/>
                </a:solidFill>
                <a:effectLst/>
                <a:latin typeface="Arial" panose="020B0604020202020204" pitchFamily="34" charset="0"/>
                <a:cs typeface="Arial" panose="020B0604020202020204" pitchFamily="34" charset="0"/>
              </a:rPr>
              <a:t> file. This dependency enables features like automatic application restarts upon code changes and </a:t>
            </a:r>
            <a:r>
              <a:rPr kumimoji="0" lang="en-US" altLang="en-US" sz="2800" b="0" i="0" u="none" strike="noStrike" cap="none" normalizeH="0" baseline="0" dirty="0" err="1" smtClean="0">
                <a:ln>
                  <a:noFill/>
                </a:ln>
                <a:solidFill>
                  <a:srgbClr val="001D35"/>
                </a:solidFill>
                <a:effectLst/>
                <a:latin typeface="Arial" panose="020B0604020202020204" pitchFamily="34" charset="0"/>
                <a:cs typeface="Arial" panose="020B0604020202020204" pitchFamily="34" charset="0"/>
              </a:rPr>
              <a:t>LiveReload</a:t>
            </a:r>
            <a:r>
              <a:rPr kumimoji="0" lang="en-US" altLang="en-US" sz="2800" b="0" i="0" u="none" strike="noStrike" cap="none" normalizeH="0" baseline="0" dirty="0" smtClean="0">
                <a:ln>
                  <a:noFill/>
                </a:ln>
                <a:solidFill>
                  <a:srgbClr val="001D35"/>
                </a:solidFill>
                <a:effectLst/>
                <a:latin typeface="Arial" panose="020B0604020202020204" pitchFamily="34" charset="0"/>
                <a:cs typeface="Arial" panose="020B0604020202020204" pitchFamily="34" charset="0"/>
              </a:rPr>
              <a:t>.</a:t>
            </a:r>
            <a:r>
              <a:rPr kumimoji="0" lang="en-US" altLang="en-US" sz="1400" b="0" i="0" u="none" strike="noStrike" cap="none" normalizeH="0" baseline="0" dirty="0" smtClean="0">
                <a:ln>
                  <a:noFill/>
                </a:ln>
                <a:solidFill>
                  <a:schemeClr val="tx1"/>
                </a:solidFill>
                <a:effectLst/>
              </a:rPr>
              <a:t> </a:t>
            </a:r>
            <a:endParaRPr kumimoji="0" lang="en-US" altLang="en-US" sz="4000" b="0" i="0" u="none" strike="noStrike" cap="none" normalizeH="0" baseline="0" dirty="0" smtClean="0">
              <a:ln>
                <a:noFill/>
              </a:ln>
              <a:solidFill>
                <a:schemeClr val="tx1"/>
              </a:solidFill>
              <a:effectLst/>
              <a:latin typeface="Arial" panose="020B0604020202020204" pitchFamily="34" charset="0"/>
            </a:endParaRPr>
          </a:p>
        </p:txBody>
      </p:sp>
      <p:sp>
        <p:nvSpPr>
          <p:cNvPr id="3" name="Rectangle 2"/>
          <p:cNvSpPr/>
          <p:nvPr/>
        </p:nvSpPr>
        <p:spPr>
          <a:xfrm>
            <a:off x="2923742" y="2934919"/>
            <a:ext cx="6096000" cy="2031325"/>
          </a:xfrm>
          <a:prstGeom prst="rect">
            <a:avLst/>
          </a:prstGeom>
        </p:spPr>
        <p:style>
          <a:lnRef idx="1">
            <a:schemeClr val="accent5"/>
          </a:lnRef>
          <a:fillRef idx="2">
            <a:schemeClr val="accent5"/>
          </a:fillRef>
          <a:effectRef idx="1">
            <a:schemeClr val="accent5"/>
          </a:effectRef>
          <a:fontRef idx="minor">
            <a:schemeClr val="dk1"/>
          </a:fontRef>
        </p:style>
        <p:txBody>
          <a:bodyPr>
            <a:spAutoFit/>
          </a:bodyPr>
          <a:lstStyle/>
          <a:p>
            <a:r>
              <a:rPr lang="en-US" dirty="0"/>
              <a:t>&lt;dependencies&gt;    </a:t>
            </a:r>
            <a:endParaRPr lang="en-US" dirty="0" smtClean="0"/>
          </a:p>
          <a:p>
            <a:r>
              <a:rPr lang="en-US" dirty="0" smtClean="0"/>
              <a:t>&lt;</a:t>
            </a:r>
            <a:r>
              <a:rPr lang="en-US" dirty="0"/>
              <a:t>dependency&gt;        &lt;</a:t>
            </a:r>
            <a:r>
              <a:rPr lang="en-US" dirty="0" err="1"/>
              <a:t>groupId</a:t>
            </a:r>
            <a:r>
              <a:rPr lang="en-US" dirty="0"/>
              <a:t>&gt;</a:t>
            </a:r>
            <a:r>
              <a:rPr lang="en-US" dirty="0" err="1"/>
              <a:t>org.springframework.boot</a:t>
            </a:r>
            <a:r>
              <a:rPr lang="en-US" dirty="0"/>
              <a:t>&lt;/</a:t>
            </a:r>
            <a:r>
              <a:rPr lang="en-US" dirty="0" err="1"/>
              <a:t>groupId</a:t>
            </a:r>
            <a:r>
              <a:rPr lang="en-US" dirty="0"/>
              <a:t>&gt;        &lt;</a:t>
            </a:r>
            <a:r>
              <a:rPr lang="en-US" dirty="0" err="1"/>
              <a:t>artifactId</a:t>
            </a:r>
            <a:r>
              <a:rPr lang="en-US" dirty="0"/>
              <a:t>&gt;spring-boot-</a:t>
            </a:r>
            <a:r>
              <a:rPr lang="en-US" dirty="0" err="1"/>
              <a:t>devtools</a:t>
            </a:r>
            <a:r>
              <a:rPr lang="en-US" dirty="0"/>
              <a:t>&lt;/</a:t>
            </a:r>
            <a:r>
              <a:rPr lang="en-US" dirty="0" err="1"/>
              <a:t>artifactId</a:t>
            </a:r>
            <a:r>
              <a:rPr lang="en-US" dirty="0"/>
              <a:t>&gt;        &lt;optional&gt;true&lt;/optional&gt;    </a:t>
            </a:r>
            <a:endParaRPr lang="en-US" dirty="0" smtClean="0"/>
          </a:p>
          <a:p>
            <a:r>
              <a:rPr lang="en-US" dirty="0" smtClean="0"/>
              <a:t>&lt;/</a:t>
            </a:r>
            <a:r>
              <a:rPr lang="en-US" dirty="0"/>
              <a:t>dependency</a:t>
            </a:r>
            <a:r>
              <a:rPr lang="en-US" dirty="0" smtClean="0"/>
              <a:t>&gt;</a:t>
            </a:r>
          </a:p>
          <a:p>
            <a:r>
              <a:rPr lang="en-US" dirty="0" smtClean="0"/>
              <a:t>&lt;/</a:t>
            </a:r>
            <a:r>
              <a:rPr lang="en-US" dirty="0"/>
              <a:t>dependencies&gt;</a:t>
            </a:r>
          </a:p>
        </p:txBody>
      </p:sp>
      <p:sp>
        <p:nvSpPr>
          <p:cNvPr id="5" name="Rectangle 4"/>
          <p:cNvSpPr/>
          <p:nvPr/>
        </p:nvSpPr>
        <p:spPr>
          <a:xfrm>
            <a:off x="342900" y="5174964"/>
            <a:ext cx="11239500" cy="1323439"/>
          </a:xfrm>
          <a:prstGeom prst="rect">
            <a:avLst/>
          </a:prstGeom>
        </p:spPr>
        <p:txBody>
          <a:bodyPr wrap="square">
            <a:spAutoFit/>
          </a:bodyPr>
          <a:lstStyle/>
          <a:p>
            <a:pPr algn="just"/>
            <a:r>
              <a:rPr lang="en-US" sz="2000" dirty="0">
                <a:solidFill>
                  <a:srgbClr val="001D35"/>
                </a:solidFill>
                <a:latin typeface="Arial" panose="020B0604020202020204" pitchFamily="34" charset="0"/>
              </a:rPr>
              <a:t>Note: When using Spring Boot </a:t>
            </a:r>
            <a:r>
              <a:rPr lang="en-US" sz="2000" dirty="0" err="1">
                <a:solidFill>
                  <a:srgbClr val="001D35"/>
                </a:solidFill>
                <a:latin typeface="Arial" panose="020B0604020202020204" pitchFamily="34" charset="0"/>
              </a:rPr>
              <a:t>DevTools</a:t>
            </a:r>
            <a:r>
              <a:rPr lang="en-US" sz="2000" dirty="0">
                <a:solidFill>
                  <a:srgbClr val="001D35"/>
                </a:solidFill>
                <a:latin typeface="Arial" panose="020B0604020202020204" pitchFamily="34" charset="0"/>
              </a:rPr>
              <a:t>, it is also important to ensure that your IDE (e.g., IntelliJ IDEA, Eclipse) is configured to automatically build or compile changes to trigger the restart functionality. Additionally, for features like </a:t>
            </a:r>
            <a:r>
              <a:rPr lang="en-US" sz="2000" dirty="0" err="1">
                <a:solidFill>
                  <a:srgbClr val="001D35"/>
                </a:solidFill>
                <a:latin typeface="Arial" panose="020B0604020202020204" pitchFamily="34" charset="0"/>
              </a:rPr>
              <a:t>LiveReload</a:t>
            </a:r>
            <a:r>
              <a:rPr lang="en-US" sz="2000" dirty="0">
                <a:solidFill>
                  <a:srgbClr val="001D35"/>
                </a:solidFill>
                <a:latin typeface="Arial" panose="020B0604020202020204" pitchFamily="34" charset="0"/>
              </a:rPr>
              <a:t>, a corresponding browser extension might be required.</a:t>
            </a:r>
            <a:endParaRPr lang="en-US" sz="2000" dirty="0"/>
          </a:p>
        </p:txBody>
      </p:sp>
    </p:spTree>
    <p:extLst>
      <p:ext uri="{BB962C8B-B14F-4D97-AF65-F5344CB8AC3E}">
        <p14:creationId xmlns:p14="http://schemas.microsoft.com/office/powerpoint/2010/main" val="2759581925"/>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CA17B3E7-0816-C9EA-10A3-7D6463FCF1B6}"/>
              </a:ext>
            </a:extLst>
          </p:cNvPr>
          <p:cNvSpPr/>
          <p:nvPr/>
        </p:nvSpPr>
        <p:spPr>
          <a:xfrm>
            <a:off x="2166938" y="0"/>
            <a:ext cx="7277100" cy="797671"/>
          </a:xfrm>
          <a:prstGeom prst="rect">
            <a:avLst/>
          </a:prstGeom>
          <a:solidFill>
            <a:srgbClr val="7395D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200" dirty="0" smtClean="0">
                <a:solidFill>
                  <a:schemeClr val="tx1"/>
                </a:solidFill>
                <a:latin typeface="Baskerville Old Face" panose="02020602080505020303" pitchFamily="18" charset="0"/>
              </a:rPr>
              <a:t>Model class</a:t>
            </a:r>
            <a:endParaRPr lang="en-IN" sz="3200" dirty="0">
              <a:latin typeface="Bookman Old Style" panose="02050604050505020204" pitchFamily="18" charset="0"/>
            </a:endParaRPr>
          </a:p>
        </p:txBody>
      </p:sp>
      <p:pic>
        <p:nvPicPr>
          <p:cNvPr id="8" name="Picture 7">
            <a:extLst>
              <a:ext uri="{FF2B5EF4-FFF2-40B4-BE49-F238E27FC236}">
                <a16:creationId xmlns:a16="http://schemas.microsoft.com/office/drawing/2014/main" id="{9521783E-C584-0B64-E266-16603B17D53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172702" y="0"/>
            <a:ext cx="1881186" cy="906871"/>
          </a:xfrm>
          <a:prstGeom prst="rect">
            <a:avLst/>
          </a:prstGeom>
        </p:spPr>
      </p:pic>
      <p:pic>
        <p:nvPicPr>
          <p:cNvPr id="12" name="Picture 11">
            <a:extLst>
              <a:ext uri="{FF2B5EF4-FFF2-40B4-BE49-F238E27FC236}">
                <a16:creationId xmlns:a16="http://schemas.microsoft.com/office/drawing/2014/main" id="{D80704AD-12EF-9FAD-D8CC-E8D6E9D8A14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42900" y="63176"/>
            <a:ext cx="1095374" cy="797671"/>
          </a:xfrm>
          <a:prstGeom prst="rect">
            <a:avLst/>
          </a:prstGeom>
        </p:spPr>
      </p:pic>
      <p:sp>
        <p:nvSpPr>
          <p:cNvPr id="9" name="Rectangle 8"/>
          <p:cNvSpPr/>
          <p:nvPr/>
        </p:nvSpPr>
        <p:spPr>
          <a:xfrm>
            <a:off x="0" y="1524000"/>
            <a:ext cx="11789228" cy="4493538"/>
          </a:xfrm>
          <a:prstGeom prst="rect">
            <a:avLst/>
          </a:prstGeom>
        </p:spPr>
        <p:txBody>
          <a:bodyPr wrap="square" numCol="3">
            <a:spAutoFit/>
          </a:bodyPr>
          <a:lstStyle/>
          <a:p>
            <a:r>
              <a:rPr lang="en-US" sz="1100" b="1" dirty="0">
                <a:solidFill>
                  <a:srgbClr val="7F0055"/>
                </a:solidFill>
                <a:latin typeface="Consolas" panose="020B0609020204030204" pitchFamily="49" charset="0"/>
              </a:rPr>
              <a:t>package</a:t>
            </a:r>
            <a:r>
              <a:rPr lang="en-US" sz="1100" dirty="0">
                <a:solidFill>
                  <a:srgbClr val="000000"/>
                </a:solidFill>
                <a:latin typeface="Consolas" panose="020B0609020204030204" pitchFamily="49" charset="0"/>
              </a:rPr>
              <a:t> </a:t>
            </a:r>
            <a:r>
              <a:rPr lang="en-US" sz="1100" dirty="0" err="1">
                <a:solidFill>
                  <a:srgbClr val="000000"/>
                </a:solidFill>
                <a:latin typeface="Consolas" panose="020B0609020204030204" pitchFamily="49" charset="0"/>
              </a:rPr>
              <a:t>com.Gowtham.Mypgm</a:t>
            </a:r>
            <a:r>
              <a:rPr lang="en-US" sz="1100" dirty="0">
                <a:solidFill>
                  <a:srgbClr val="000000"/>
                </a:solidFill>
                <a:latin typeface="Consolas" panose="020B0609020204030204" pitchFamily="49" charset="0"/>
              </a:rPr>
              <a:t>;</a:t>
            </a:r>
          </a:p>
          <a:p>
            <a:r>
              <a:rPr lang="en-US" sz="1100" dirty="0">
                <a:solidFill>
                  <a:srgbClr val="000000"/>
                </a:solidFill>
                <a:latin typeface="Consolas" panose="020B0609020204030204" pitchFamily="49" charset="0"/>
              </a:rPr>
              <a:t/>
            </a:r>
            <a:br>
              <a:rPr lang="en-US" sz="1100" dirty="0">
                <a:solidFill>
                  <a:srgbClr val="000000"/>
                </a:solidFill>
                <a:latin typeface="Consolas" panose="020B0609020204030204" pitchFamily="49" charset="0"/>
              </a:rPr>
            </a:br>
            <a:endParaRPr lang="en-US" sz="1100" dirty="0">
              <a:solidFill>
                <a:srgbClr val="000000"/>
              </a:solidFill>
              <a:latin typeface="Consolas" panose="020B0609020204030204" pitchFamily="49" charset="0"/>
            </a:endParaRPr>
          </a:p>
          <a:p>
            <a:r>
              <a:rPr lang="en-US" sz="1100" b="1" dirty="0">
                <a:solidFill>
                  <a:srgbClr val="7F0055"/>
                </a:solidFill>
                <a:latin typeface="Consolas" panose="020B0609020204030204" pitchFamily="49" charset="0"/>
              </a:rPr>
              <a:t>import</a:t>
            </a:r>
            <a:r>
              <a:rPr lang="en-US" sz="1100" dirty="0">
                <a:solidFill>
                  <a:srgbClr val="000000"/>
                </a:solidFill>
                <a:latin typeface="Consolas" panose="020B0609020204030204" pitchFamily="49" charset="0"/>
              </a:rPr>
              <a:t> </a:t>
            </a:r>
            <a:r>
              <a:rPr lang="en-US" sz="1100" dirty="0" err="1">
                <a:solidFill>
                  <a:srgbClr val="000000"/>
                </a:solidFill>
                <a:latin typeface="Consolas" panose="020B0609020204030204" pitchFamily="49" charset="0"/>
              </a:rPr>
              <a:t>java.sql.Date</a:t>
            </a:r>
            <a:r>
              <a:rPr lang="en-US" sz="1100" dirty="0">
                <a:solidFill>
                  <a:srgbClr val="000000"/>
                </a:solidFill>
                <a:latin typeface="Consolas" panose="020B0609020204030204" pitchFamily="49" charset="0"/>
              </a:rPr>
              <a:t>;</a:t>
            </a:r>
          </a:p>
          <a:p>
            <a:r>
              <a:rPr lang="en-US" sz="1100" dirty="0">
                <a:solidFill>
                  <a:srgbClr val="000000"/>
                </a:solidFill>
                <a:latin typeface="Consolas" panose="020B0609020204030204" pitchFamily="49" charset="0"/>
              </a:rPr>
              <a:t/>
            </a:r>
            <a:br>
              <a:rPr lang="en-US" sz="1100" dirty="0">
                <a:solidFill>
                  <a:srgbClr val="000000"/>
                </a:solidFill>
                <a:latin typeface="Consolas" panose="020B0609020204030204" pitchFamily="49" charset="0"/>
              </a:rPr>
            </a:br>
            <a:endParaRPr lang="en-US" sz="1100" dirty="0">
              <a:solidFill>
                <a:srgbClr val="000000"/>
              </a:solidFill>
              <a:latin typeface="Consolas" panose="020B0609020204030204" pitchFamily="49" charset="0"/>
            </a:endParaRPr>
          </a:p>
          <a:p>
            <a:r>
              <a:rPr lang="en-US" sz="1100" b="1" dirty="0">
                <a:solidFill>
                  <a:srgbClr val="7F0055"/>
                </a:solidFill>
                <a:latin typeface="Consolas" panose="020B0609020204030204" pitchFamily="49" charset="0"/>
              </a:rPr>
              <a:t>public</a:t>
            </a:r>
            <a:r>
              <a:rPr lang="en-US" sz="1100" dirty="0">
                <a:solidFill>
                  <a:srgbClr val="000000"/>
                </a:solidFill>
                <a:latin typeface="Consolas" panose="020B0609020204030204" pitchFamily="49" charset="0"/>
              </a:rPr>
              <a:t> </a:t>
            </a:r>
            <a:r>
              <a:rPr lang="en-US" sz="1100" b="1" dirty="0">
                <a:solidFill>
                  <a:srgbClr val="7F0055"/>
                </a:solidFill>
                <a:latin typeface="Consolas" panose="020B0609020204030204" pitchFamily="49" charset="0"/>
              </a:rPr>
              <a:t>class</a:t>
            </a:r>
            <a:r>
              <a:rPr lang="en-US" sz="1100" dirty="0">
                <a:solidFill>
                  <a:srgbClr val="000000"/>
                </a:solidFill>
                <a:latin typeface="Consolas" panose="020B0609020204030204" pitchFamily="49" charset="0"/>
              </a:rPr>
              <a:t> User {</a:t>
            </a:r>
          </a:p>
          <a:p>
            <a:r>
              <a:rPr lang="en-US" sz="1100" b="1" dirty="0">
                <a:solidFill>
                  <a:srgbClr val="7F0055"/>
                </a:solidFill>
                <a:latin typeface="Consolas" panose="020B0609020204030204" pitchFamily="49" charset="0"/>
              </a:rPr>
              <a:t>private</a:t>
            </a:r>
            <a:r>
              <a:rPr lang="en-US" sz="1100" dirty="0">
                <a:solidFill>
                  <a:srgbClr val="000000"/>
                </a:solidFill>
                <a:latin typeface="Consolas" panose="020B0609020204030204" pitchFamily="49" charset="0"/>
              </a:rPr>
              <a:t> String </a:t>
            </a:r>
            <a:r>
              <a:rPr lang="en-US" sz="1100" dirty="0">
                <a:solidFill>
                  <a:srgbClr val="0000C0"/>
                </a:solidFill>
                <a:latin typeface="Consolas" panose="020B0609020204030204" pitchFamily="49" charset="0"/>
              </a:rPr>
              <a:t>name</a:t>
            </a:r>
            <a:r>
              <a:rPr lang="en-US" sz="1100" dirty="0">
                <a:solidFill>
                  <a:srgbClr val="000000"/>
                </a:solidFill>
                <a:latin typeface="Consolas" panose="020B0609020204030204" pitchFamily="49" charset="0"/>
              </a:rPr>
              <a:t>;</a:t>
            </a:r>
          </a:p>
          <a:p>
            <a:r>
              <a:rPr lang="en-US" sz="1100" b="1" dirty="0">
                <a:solidFill>
                  <a:srgbClr val="7F0055"/>
                </a:solidFill>
                <a:latin typeface="Consolas" panose="020B0609020204030204" pitchFamily="49" charset="0"/>
              </a:rPr>
              <a:t>private</a:t>
            </a:r>
            <a:r>
              <a:rPr lang="en-US" sz="1100" dirty="0">
                <a:solidFill>
                  <a:srgbClr val="000000"/>
                </a:solidFill>
                <a:latin typeface="Consolas" panose="020B0609020204030204" pitchFamily="49" charset="0"/>
              </a:rPr>
              <a:t> String </a:t>
            </a:r>
            <a:r>
              <a:rPr lang="en-US" sz="1100" dirty="0">
                <a:solidFill>
                  <a:srgbClr val="0000C0"/>
                </a:solidFill>
                <a:latin typeface="Consolas" panose="020B0609020204030204" pitchFamily="49" charset="0"/>
              </a:rPr>
              <a:t>email</a:t>
            </a:r>
            <a:r>
              <a:rPr lang="en-US" sz="1100" dirty="0">
                <a:solidFill>
                  <a:srgbClr val="000000"/>
                </a:solidFill>
                <a:latin typeface="Consolas" panose="020B0609020204030204" pitchFamily="49" charset="0"/>
              </a:rPr>
              <a:t>;</a:t>
            </a:r>
          </a:p>
          <a:p>
            <a:r>
              <a:rPr lang="en-US" sz="1100" b="1" dirty="0">
                <a:solidFill>
                  <a:srgbClr val="7F0055"/>
                </a:solidFill>
                <a:latin typeface="Consolas" panose="020B0609020204030204" pitchFamily="49" charset="0"/>
              </a:rPr>
              <a:t>private</a:t>
            </a:r>
            <a:r>
              <a:rPr lang="en-US" sz="1100" dirty="0">
                <a:solidFill>
                  <a:srgbClr val="000000"/>
                </a:solidFill>
                <a:latin typeface="Consolas" panose="020B0609020204030204" pitchFamily="49" charset="0"/>
              </a:rPr>
              <a:t> String </a:t>
            </a:r>
            <a:r>
              <a:rPr lang="en-US" sz="1100" dirty="0">
                <a:solidFill>
                  <a:srgbClr val="0000C0"/>
                </a:solidFill>
                <a:latin typeface="Consolas" panose="020B0609020204030204" pitchFamily="49" charset="0"/>
              </a:rPr>
              <a:t>password</a:t>
            </a:r>
            <a:r>
              <a:rPr lang="en-US" sz="1100" dirty="0">
                <a:solidFill>
                  <a:srgbClr val="000000"/>
                </a:solidFill>
                <a:latin typeface="Consolas" panose="020B0609020204030204" pitchFamily="49" charset="0"/>
              </a:rPr>
              <a:t>;</a:t>
            </a:r>
          </a:p>
          <a:p>
            <a:r>
              <a:rPr lang="en-US" sz="1100" b="1" dirty="0">
                <a:solidFill>
                  <a:srgbClr val="7F0055"/>
                </a:solidFill>
                <a:latin typeface="Consolas" panose="020B0609020204030204" pitchFamily="49" charset="0"/>
              </a:rPr>
              <a:t>private</a:t>
            </a:r>
            <a:r>
              <a:rPr lang="en-US" sz="1100" dirty="0">
                <a:solidFill>
                  <a:srgbClr val="000000"/>
                </a:solidFill>
                <a:latin typeface="Consolas" panose="020B0609020204030204" pitchFamily="49" charset="0"/>
              </a:rPr>
              <a:t> String </a:t>
            </a:r>
            <a:r>
              <a:rPr lang="en-US" sz="1100" dirty="0">
                <a:solidFill>
                  <a:srgbClr val="0000C0"/>
                </a:solidFill>
                <a:latin typeface="Consolas" panose="020B0609020204030204" pitchFamily="49" charset="0"/>
              </a:rPr>
              <a:t>gender</a:t>
            </a:r>
            <a:r>
              <a:rPr lang="en-US" sz="1100" dirty="0">
                <a:solidFill>
                  <a:srgbClr val="000000"/>
                </a:solidFill>
                <a:latin typeface="Consolas" panose="020B0609020204030204" pitchFamily="49" charset="0"/>
              </a:rPr>
              <a:t>;</a:t>
            </a:r>
          </a:p>
          <a:p>
            <a:r>
              <a:rPr lang="en-US" sz="1100" b="1" dirty="0">
                <a:solidFill>
                  <a:srgbClr val="7F0055"/>
                </a:solidFill>
                <a:latin typeface="Consolas" panose="020B0609020204030204" pitchFamily="49" charset="0"/>
              </a:rPr>
              <a:t>private</a:t>
            </a:r>
            <a:r>
              <a:rPr lang="en-US" sz="1100" dirty="0">
                <a:solidFill>
                  <a:srgbClr val="000000"/>
                </a:solidFill>
                <a:latin typeface="Consolas" panose="020B0609020204030204" pitchFamily="49" charset="0"/>
              </a:rPr>
              <a:t> String </a:t>
            </a:r>
            <a:r>
              <a:rPr lang="en-US" sz="1100" dirty="0">
                <a:solidFill>
                  <a:srgbClr val="0000C0"/>
                </a:solidFill>
                <a:latin typeface="Consolas" panose="020B0609020204030204" pitchFamily="49" charset="0"/>
              </a:rPr>
              <a:t>note</a:t>
            </a:r>
            <a:r>
              <a:rPr lang="en-US" sz="1100" dirty="0">
                <a:solidFill>
                  <a:srgbClr val="000000"/>
                </a:solidFill>
                <a:latin typeface="Consolas" panose="020B0609020204030204" pitchFamily="49" charset="0"/>
              </a:rPr>
              <a:t>;</a:t>
            </a:r>
          </a:p>
          <a:p>
            <a:r>
              <a:rPr lang="en-US" sz="1100" b="1" dirty="0">
                <a:solidFill>
                  <a:srgbClr val="7F0055"/>
                </a:solidFill>
                <a:latin typeface="Consolas" panose="020B0609020204030204" pitchFamily="49" charset="0"/>
              </a:rPr>
              <a:t>private</a:t>
            </a:r>
            <a:r>
              <a:rPr lang="en-US" sz="1100" dirty="0">
                <a:solidFill>
                  <a:srgbClr val="000000"/>
                </a:solidFill>
                <a:latin typeface="Consolas" panose="020B0609020204030204" pitchFamily="49" charset="0"/>
              </a:rPr>
              <a:t> String </a:t>
            </a:r>
            <a:r>
              <a:rPr lang="en-US" sz="1100" dirty="0">
                <a:solidFill>
                  <a:srgbClr val="0000C0"/>
                </a:solidFill>
                <a:latin typeface="Consolas" panose="020B0609020204030204" pitchFamily="49" charset="0"/>
              </a:rPr>
              <a:t>profession</a:t>
            </a:r>
            <a:r>
              <a:rPr lang="en-US" sz="1100" dirty="0">
                <a:solidFill>
                  <a:srgbClr val="000000"/>
                </a:solidFill>
                <a:latin typeface="Consolas" panose="020B0609020204030204" pitchFamily="49" charset="0"/>
              </a:rPr>
              <a:t>;</a:t>
            </a:r>
          </a:p>
          <a:p>
            <a:r>
              <a:rPr lang="en-US" sz="1100" b="1" dirty="0">
                <a:solidFill>
                  <a:srgbClr val="7F0055"/>
                </a:solidFill>
                <a:latin typeface="Consolas" panose="020B0609020204030204" pitchFamily="49" charset="0"/>
              </a:rPr>
              <a:t>private</a:t>
            </a:r>
            <a:r>
              <a:rPr lang="en-US" sz="1100" dirty="0">
                <a:solidFill>
                  <a:srgbClr val="000000"/>
                </a:solidFill>
                <a:latin typeface="Consolas" panose="020B0609020204030204" pitchFamily="49" charset="0"/>
              </a:rPr>
              <a:t> </a:t>
            </a:r>
            <a:r>
              <a:rPr lang="en-US" sz="1100" b="1" dirty="0" err="1">
                <a:solidFill>
                  <a:srgbClr val="7F0055"/>
                </a:solidFill>
                <a:latin typeface="Consolas" panose="020B0609020204030204" pitchFamily="49" charset="0"/>
              </a:rPr>
              <a:t>boolean</a:t>
            </a:r>
            <a:r>
              <a:rPr lang="en-US" sz="1100" dirty="0">
                <a:solidFill>
                  <a:srgbClr val="000000"/>
                </a:solidFill>
                <a:latin typeface="Consolas" panose="020B0609020204030204" pitchFamily="49" charset="0"/>
              </a:rPr>
              <a:t> </a:t>
            </a:r>
            <a:r>
              <a:rPr lang="en-US" sz="1100" dirty="0">
                <a:solidFill>
                  <a:srgbClr val="0000C0"/>
                </a:solidFill>
                <a:latin typeface="Consolas" panose="020B0609020204030204" pitchFamily="49" charset="0"/>
              </a:rPr>
              <a:t>married</a:t>
            </a:r>
            <a:r>
              <a:rPr lang="en-US" sz="1100" dirty="0">
                <a:solidFill>
                  <a:srgbClr val="000000"/>
                </a:solidFill>
                <a:latin typeface="Consolas" panose="020B0609020204030204" pitchFamily="49" charset="0"/>
              </a:rPr>
              <a:t>;</a:t>
            </a:r>
          </a:p>
          <a:p>
            <a:r>
              <a:rPr lang="en-US" sz="1100" b="1" dirty="0">
                <a:solidFill>
                  <a:srgbClr val="7F0055"/>
                </a:solidFill>
                <a:latin typeface="Consolas" panose="020B0609020204030204" pitchFamily="49" charset="0"/>
              </a:rPr>
              <a:t>private</a:t>
            </a:r>
            <a:r>
              <a:rPr lang="en-US" sz="1100" dirty="0">
                <a:solidFill>
                  <a:srgbClr val="000000"/>
                </a:solidFill>
                <a:latin typeface="Consolas" panose="020B0609020204030204" pitchFamily="49" charset="0"/>
              </a:rPr>
              <a:t> Date </a:t>
            </a:r>
            <a:r>
              <a:rPr lang="en-US" sz="1100" dirty="0">
                <a:solidFill>
                  <a:srgbClr val="0000C0"/>
                </a:solidFill>
                <a:latin typeface="Consolas" panose="020B0609020204030204" pitchFamily="49" charset="0"/>
              </a:rPr>
              <a:t>birthday</a:t>
            </a:r>
            <a:r>
              <a:rPr lang="en-US" sz="1100" dirty="0">
                <a:solidFill>
                  <a:srgbClr val="000000"/>
                </a:solidFill>
                <a:latin typeface="Consolas" panose="020B0609020204030204" pitchFamily="49" charset="0"/>
              </a:rPr>
              <a:t>;</a:t>
            </a:r>
          </a:p>
          <a:p>
            <a:r>
              <a:rPr lang="en-US" sz="1100" b="1" dirty="0">
                <a:solidFill>
                  <a:srgbClr val="7F0055"/>
                </a:solidFill>
                <a:latin typeface="Consolas" panose="020B0609020204030204" pitchFamily="49" charset="0"/>
              </a:rPr>
              <a:t>public</a:t>
            </a:r>
            <a:r>
              <a:rPr lang="en-US" sz="1100" dirty="0">
                <a:solidFill>
                  <a:srgbClr val="000000"/>
                </a:solidFill>
                <a:latin typeface="Consolas" panose="020B0609020204030204" pitchFamily="49" charset="0"/>
              </a:rPr>
              <a:t> String </a:t>
            </a:r>
            <a:r>
              <a:rPr lang="en-US" sz="1100" dirty="0" err="1">
                <a:solidFill>
                  <a:srgbClr val="000000"/>
                </a:solidFill>
                <a:latin typeface="Consolas" panose="020B0609020204030204" pitchFamily="49" charset="0"/>
              </a:rPr>
              <a:t>getName</a:t>
            </a:r>
            <a:r>
              <a:rPr lang="en-US" sz="1100" dirty="0">
                <a:solidFill>
                  <a:srgbClr val="000000"/>
                </a:solidFill>
                <a:latin typeface="Consolas" panose="020B0609020204030204" pitchFamily="49" charset="0"/>
              </a:rPr>
              <a:t>() {</a:t>
            </a:r>
          </a:p>
          <a:p>
            <a:r>
              <a:rPr lang="en-US" sz="1100" b="1" dirty="0">
                <a:solidFill>
                  <a:srgbClr val="7F0055"/>
                </a:solidFill>
                <a:latin typeface="Consolas" panose="020B0609020204030204" pitchFamily="49" charset="0"/>
              </a:rPr>
              <a:t>return</a:t>
            </a:r>
            <a:r>
              <a:rPr lang="en-US" sz="1100" dirty="0">
                <a:solidFill>
                  <a:srgbClr val="000000"/>
                </a:solidFill>
                <a:latin typeface="Consolas" panose="020B0609020204030204" pitchFamily="49" charset="0"/>
              </a:rPr>
              <a:t> </a:t>
            </a:r>
            <a:r>
              <a:rPr lang="en-US" sz="1100" dirty="0">
                <a:solidFill>
                  <a:srgbClr val="0000C0"/>
                </a:solidFill>
                <a:latin typeface="Consolas" panose="020B0609020204030204" pitchFamily="49" charset="0"/>
              </a:rPr>
              <a:t>name</a:t>
            </a:r>
            <a:r>
              <a:rPr lang="en-US" sz="1100" dirty="0">
                <a:solidFill>
                  <a:srgbClr val="000000"/>
                </a:solidFill>
                <a:latin typeface="Consolas" panose="020B0609020204030204" pitchFamily="49" charset="0"/>
              </a:rPr>
              <a:t>;</a:t>
            </a:r>
          </a:p>
          <a:p>
            <a:r>
              <a:rPr lang="en-US" sz="1100" dirty="0">
                <a:solidFill>
                  <a:srgbClr val="000000"/>
                </a:solidFill>
                <a:latin typeface="Consolas" panose="020B0609020204030204" pitchFamily="49" charset="0"/>
              </a:rPr>
              <a:t>}</a:t>
            </a:r>
          </a:p>
          <a:p>
            <a:r>
              <a:rPr lang="en-US" sz="1100" b="1" dirty="0">
                <a:solidFill>
                  <a:srgbClr val="7F0055"/>
                </a:solidFill>
                <a:latin typeface="Consolas" panose="020B0609020204030204" pitchFamily="49" charset="0"/>
              </a:rPr>
              <a:t>public</a:t>
            </a:r>
            <a:r>
              <a:rPr lang="en-US" sz="1100" dirty="0">
                <a:solidFill>
                  <a:srgbClr val="000000"/>
                </a:solidFill>
                <a:latin typeface="Consolas" panose="020B0609020204030204" pitchFamily="49" charset="0"/>
              </a:rPr>
              <a:t> </a:t>
            </a:r>
            <a:r>
              <a:rPr lang="en-US" sz="1100" b="1" dirty="0">
                <a:solidFill>
                  <a:srgbClr val="7F0055"/>
                </a:solidFill>
                <a:latin typeface="Consolas" panose="020B0609020204030204" pitchFamily="49" charset="0"/>
              </a:rPr>
              <a:t>void</a:t>
            </a:r>
            <a:r>
              <a:rPr lang="en-US" sz="1100" dirty="0">
                <a:solidFill>
                  <a:srgbClr val="000000"/>
                </a:solidFill>
                <a:latin typeface="Consolas" panose="020B0609020204030204" pitchFamily="49" charset="0"/>
              </a:rPr>
              <a:t> </a:t>
            </a:r>
            <a:r>
              <a:rPr lang="en-US" sz="1100" dirty="0" err="1">
                <a:solidFill>
                  <a:srgbClr val="000000"/>
                </a:solidFill>
                <a:latin typeface="Consolas" panose="020B0609020204030204" pitchFamily="49" charset="0"/>
              </a:rPr>
              <a:t>setName</a:t>
            </a:r>
            <a:r>
              <a:rPr lang="en-US" sz="1100" dirty="0">
                <a:solidFill>
                  <a:srgbClr val="000000"/>
                </a:solidFill>
                <a:latin typeface="Consolas" panose="020B0609020204030204" pitchFamily="49" charset="0"/>
              </a:rPr>
              <a:t>(String </a:t>
            </a:r>
            <a:r>
              <a:rPr lang="en-US" sz="1100" dirty="0">
                <a:solidFill>
                  <a:srgbClr val="6A3E3E"/>
                </a:solidFill>
                <a:latin typeface="Consolas" panose="020B0609020204030204" pitchFamily="49" charset="0"/>
              </a:rPr>
              <a:t>name</a:t>
            </a:r>
            <a:r>
              <a:rPr lang="en-US" sz="1100" dirty="0">
                <a:solidFill>
                  <a:srgbClr val="000000"/>
                </a:solidFill>
                <a:latin typeface="Consolas" panose="020B0609020204030204" pitchFamily="49" charset="0"/>
              </a:rPr>
              <a:t>) {</a:t>
            </a:r>
          </a:p>
          <a:p>
            <a:r>
              <a:rPr lang="en-US" sz="1100" b="1" dirty="0">
                <a:solidFill>
                  <a:srgbClr val="7F0055"/>
                </a:solidFill>
                <a:latin typeface="Consolas" panose="020B0609020204030204" pitchFamily="49" charset="0"/>
              </a:rPr>
              <a:t>this</a:t>
            </a:r>
            <a:r>
              <a:rPr lang="en-US" sz="1100" dirty="0">
                <a:solidFill>
                  <a:srgbClr val="000000"/>
                </a:solidFill>
                <a:latin typeface="Consolas" panose="020B0609020204030204" pitchFamily="49" charset="0"/>
              </a:rPr>
              <a:t>.</a:t>
            </a:r>
            <a:r>
              <a:rPr lang="en-US" sz="1100" dirty="0">
                <a:solidFill>
                  <a:srgbClr val="0000C0"/>
                </a:solidFill>
                <a:latin typeface="Consolas" panose="020B0609020204030204" pitchFamily="49" charset="0"/>
              </a:rPr>
              <a:t>name</a:t>
            </a:r>
            <a:r>
              <a:rPr lang="en-US" sz="1100" dirty="0">
                <a:solidFill>
                  <a:srgbClr val="000000"/>
                </a:solidFill>
                <a:latin typeface="Consolas" panose="020B0609020204030204" pitchFamily="49" charset="0"/>
              </a:rPr>
              <a:t> = </a:t>
            </a:r>
            <a:r>
              <a:rPr lang="en-US" sz="1100" dirty="0">
                <a:solidFill>
                  <a:srgbClr val="6A3E3E"/>
                </a:solidFill>
                <a:latin typeface="Consolas" panose="020B0609020204030204" pitchFamily="49" charset="0"/>
              </a:rPr>
              <a:t>name</a:t>
            </a:r>
            <a:r>
              <a:rPr lang="en-US" sz="1100" dirty="0">
                <a:solidFill>
                  <a:srgbClr val="000000"/>
                </a:solidFill>
                <a:latin typeface="Consolas" panose="020B0609020204030204" pitchFamily="49" charset="0"/>
              </a:rPr>
              <a:t>;</a:t>
            </a:r>
          </a:p>
          <a:p>
            <a:r>
              <a:rPr lang="en-US" sz="1100" dirty="0">
                <a:solidFill>
                  <a:srgbClr val="000000"/>
                </a:solidFill>
                <a:latin typeface="Consolas" panose="020B0609020204030204" pitchFamily="49" charset="0"/>
              </a:rPr>
              <a:t>}</a:t>
            </a:r>
          </a:p>
          <a:p>
            <a:r>
              <a:rPr lang="en-US" sz="1100" b="1" dirty="0">
                <a:solidFill>
                  <a:srgbClr val="7F0055"/>
                </a:solidFill>
                <a:latin typeface="Consolas" panose="020B0609020204030204" pitchFamily="49" charset="0"/>
              </a:rPr>
              <a:t>public</a:t>
            </a:r>
            <a:r>
              <a:rPr lang="en-US" sz="1100" dirty="0">
                <a:solidFill>
                  <a:srgbClr val="000000"/>
                </a:solidFill>
                <a:latin typeface="Consolas" panose="020B0609020204030204" pitchFamily="49" charset="0"/>
              </a:rPr>
              <a:t> String </a:t>
            </a:r>
            <a:r>
              <a:rPr lang="en-US" sz="1100" dirty="0" err="1">
                <a:solidFill>
                  <a:srgbClr val="000000"/>
                </a:solidFill>
                <a:latin typeface="Consolas" panose="020B0609020204030204" pitchFamily="49" charset="0"/>
              </a:rPr>
              <a:t>getEmail</a:t>
            </a:r>
            <a:r>
              <a:rPr lang="en-US" sz="1100" dirty="0">
                <a:solidFill>
                  <a:srgbClr val="000000"/>
                </a:solidFill>
                <a:latin typeface="Consolas" panose="020B0609020204030204" pitchFamily="49" charset="0"/>
              </a:rPr>
              <a:t>() {</a:t>
            </a:r>
          </a:p>
          <a:p>
            <a:r>
              <a:rPr lang="en-US" sz="1100" b="1" dirty="0">
                <a:solidFill>
                  <a:srgbClr val="7F0055"/>
                </a:solidFill>
                <a:latin typeface="Consolas" panose="020B0609020204030204" pitchFamily="49" charset="0"/>
              </a:rPr>
              <a:t>return</a:t>
            </a:r>
            <a:r>
              <a:rPr lang="en-US" sz="1100" dirty="0">
                <a:solidFill>
                  <a:srgbClr val="000000"/>
                </a:solidFill>
                <a:latin typeface="Consolas" panose="020B0609020204030204" pitchFamily="49" charset="0"/>
              </a:rPr>
              <a:t> </a:t>
            </a:r>
            <a:r>
              <a:rPr lang="en-US" sz="1100" dirty="0">
                <a:solidFill>
                  <a:srgbClr val="0000C0"/>
                </a:solidFill>
                <a:latin typeface="Consolas" panose="020B0609020204030204" pitchFamily="49" charset="0"/>
              </a:rPr>
              <a:t>email</a:t>
            </a:r>
            <a:r>
              <a:rPr lang="en-US" sz="1100" dirty="0">
                <a:solidFill>
                  <a:srgbClr val="000000"/>
                </a:solidFill>
                <a:latin typeface="Consolas" panose="020B0609020204030204" pitchFamily="49" charset="0"/>
              </a:rPr>
              <a:t>;</a:t>
            </a:r>
          </a:p>
          <a:p>
            <a:r>
              <a:rPr lang="en-US" sz="1100" dirty="0">
                <a:solidFill>
                  <a:srgbClr val="000000"/>
                </a:solidFill>
                <a:latin typeface="Consolas" panose="020B0609020204030204" pitchFamily="49" charset="0"/>
              </a:rPr>
              <a:t>}</a:t>
            </a:r>
          </a:p>
          <a:p>
            <a:r>
              <a:rPr lang="en-US" sz="1100" b="1" dirty="0">
                <a:solidFill>
                  <a:srgbClr val="7F0055"/>
                </a:solidFill>
                <a:latin typeface="Consolas" panose="020B0609020204030204" pitchFamily="49" charset="0"/>
              </a:rPr>
              <a:t>public</a:t>
            </a:r>
            <a:r>
              <a:rPr lang="en-US" sz="1100" dirty="0">
                <a:solidFill>
                  <a:srgbClr val="000000"/>
                </a:solidFill>
                <a:latin typeface="Consolas" panose="020B0609020204030204" pitchFamily="49" charset="0"/>
              </a:rPr>
              <a:t> </a:t>
            </a:r>
            <a:r>
              <a:rPr lang="en-US" sz="1100" b="1" dirty="0">
                <a:solidFill>
                  <a:srgbClr val="7F0055"/>
                </a:solidFill>
                <a:latin typeface="Consolas" panose="020B0609020204030204" pitchFamily="49" charset="0"/>
              </a:rPr>
              <a:t>void</a:t>
            </a:r>
            <a:r>
              <a:rPr lang="en-US" sz="1100" dirty="0">
                <a:solidFill>
                  <a:srgbClr val="000000"/>
                </a:solidFill>
                <a:latin typeface="Consolas" panose="020B0609020204030204" pitchFamily="49" charset="0"/>
              </a:rPr>
              <a:t> </a:t>
            </a:r>
            <a:r>
              <a:rPr lang="en-US" sz="1100" dirty="0" err="1">
                <a:solidFill>
                  <a:srgbClr val="000000"/>
                </a:solidFill>
                <a:latin typeface="Consolas" panose="020B0609020204030204" pitchFamily="49" charset="0"/>
              </a:rPr>
              <a:t>setEmail</a:t>
            </a:r>
            <a:r>
              <a:rPr lang="en-US" sz="1100" dirty="0">
                <a:solidFill>
                  <a:srgbClr val="000000"/>
                </a:solidFill>
                <a:latin typeface="Consolas" panose="020B0609020204030204" pitchFamily="49" charset="0"/>
              </a:rPr>
              <a:t>(String </a:t>
            </a:r>
            <a:r>
              <a:rPr lang="en-US" sz="1100" dirty="0">
                <a:solidFill>
                  <a:srgbClr val="6A3E3E"/>
                </a:solidFill>
                <a:latin typeface="Consolas" panose="020B0609020204030204" pitchFamily="49" charset="0"/>
              </a:rPr>
              <a:t>email</a:t>
            </a:r>
            <a:r>
              <a:rPr lang="en-US" sz="1100" dirty="0">
                <a:solidFill>
                  <a:srgbClr val="000000"/>
                </a:solidFill>
                <a:latin typeface="Consolas" panose="020B0609020204030204" pitchFamily="49" charset="0"/>
              </a:rPr>
              <a:t>) {</a:t>
            </a:r>
          </a:p>
          <a:p>
            <a:r>
              <a:rPr lang="en-US" sz="1100" b="1" dirty="0" err="1">
                <a:solidFill>
                  <a:srgbClr val="7F0055"/>
                </a:solidFill>
                <a:latin typeface="Consolas" panose="020B0609020204030204" pitchFamily="49" charset="0"/>
              </a:rPr>
              <a:t>this</a:t>
            </a:r>
            <a:r>
              <a:rPr lang="en-US" sz="1100" dirty="0" err="1">
                <a:solidFill>
                  <a:srgbClr val="000000"/>
                </a:solidFill>
                <a:latin typeface="Consolas" panose="020B0609020204030204" pitchFamily="49" charset="0"/>
              </a:rPr>
              <a:t>.</a:t>
            </a:r>
            <a:r>
              <a:rPr lang="en-US" sz="1100" dirty="0" err="1">
                <a:solidFill>
                  <a:srgbClr val="0000C0"/>
                </a:solidFill>
                <a:latin typeface="Consolas" panose="020B0609020204030204" pitchFamily="49" charset="0"/>
              </a:rPr>
              <a:t>email</a:t>
            </a:r>
            <a:r>
              <a:rPr lang="en-US" sz="1100" dirty="0">
                <a:solidFill>
                  <a:srgbClr val="000000"/>
                </a:solidFill>
                <a:latin typeface="Consolas" panose="020B0609020204030204" pitchFamily="49" charset="0"/>
              </a:rPr>
              <a:t> = </a:t>
            </a:r>
            <a:r>
              <a:rPr lang="en-US" sz="1100" dirty="0">
                <a:solidFill>
                  <a:srgbClr val="6A3E3E"/>
                </a:solidFill>
                <a:latin typeface="Consolas" panose="020B0609020204030204" pitchFamily="49" charset="0"/>
              </a:rPr>
              <a:t>email</a:t>
            </a:r>
            <a:r>
              <a:rPr lang="en-US" sz="1100" dirty="0">
                <a:solidFill>
                  <a:srgbClr val="000000"/>
                </a:solidFill>
                <a:latin typeface="Consolas" panose="020B0609020204030204" pitchFamily="49" charset="0"/>
              </a:rPr>
              <a:t>;</a:t>
            </a:r>
          </a:p>
          <a:p>
            <a:r>
              <a:rPr lang="en-US" sz="1100" dirty="0">
                <a:solidFill>
                  <a:srgbClr val="000000"/>
                </a:solidFill>
                <a:latin typeface="Consolas" panose="020B0609020204030204" pitchFamily="49" charset="0"/>
              </a:rPr>
              <a:t>}</a:t>
            </a:r>
          </a:p>
          <a:p>
            <a:r>
              <a:rPr lang="en-US" sz="1100" b="1" dirty="0">
                <a:solidFill>
                  <a:srgbClr val="7F0055"/>
                </a:solidFill>
                <a:latin typeface="Consolas" panose="020B0609020204030204" pitchFamily="49" charset="0"/>
              </a:rPr>
              <a:t>public</a:t>
            </a:r>
            <a:r>
              <a:rPr lang="en-US" sz="1100" dirty="0">
                <a:solidFill>
                  <a:srgbClr val="000000"/>
                </a:solidFill>
                <a:latin typeface="Consolas" panose="020B0609020204030204" pitchFamily="49" charset="0"/>
              </a:rPr>
              <a:t> String </a:t>
            </a:r>
            <a:r>
              <a:rPr lang="en-US" sz="1100" dirty="0" err="1">
                <a:solidFill>
                  <a:srgbClr val="000000"/>
                </a:solidFill>
                <a:latin typeface="Consolas" panose="020B0609020204030204" pitchFamily="49" charset="0"/>
              </a:rPr>
              <a:t>getPassword</a:t>
            </a:r>
            <a:r>
              <a:rPr lang="en-US" sz="1100" dirty="0">
                <a:solidFill>
                  <a:srgbClr val="000000"/>
                </a:solidFill>
                <a:latin typeface="Consolas" panose="020B0609020204030204" pitchFamily="49" charset="0"/>
              </a:rPr>
              <a:t>() {</a:t>
            </a:r>
          </a:p>
          <a:p>
            <a:r>
              <a:rPr lang="en-US" sz="1100" b="1" dirty="0">
                <a:solidFill>
                  <a:srgbClr val="7F0055"/>
                </a:solidFill>
                <a:latin typeface="Consolas" panose="020B0609020204030204" pitchFamily="49" charset="0"/>
              </a:rPr>
              <a:t>return</a:t>
            </a:r>
            <a:r>
              <a:rPr lang="en-US" sz="1100" dirty="0">
                <a:solidFill>
                  <a:srgbClr val="000000"/>
                </a:solidFill>
                <a:latin typeface="Consolas" panose="020B0609020204030204" pitchFamily="49" charset="0"/>
              </a:rPr>
              <a:t> </a:t>
            </a:r>
            <a:r>
              <a:rPr lang="en-US" sz="1100" dirty="0">
                <a:solidFill>
                  <a:srgbClr val="0000C0"/>
                </a:solidFill>
                <a:latin typeface="Consolas" panose="020B0609020204030204" pitchFamily="49" charset="0"/>
              </a:rPr>
              <a:t>password</a:t>
            </a:r>
            <a:r>
              <a:rPr lang="en-US" sz="1100" dirty="0">
                <a:solidFill>
                  <a:srgbClr val="000000"/>
                </a:solidFill>
                <a:latin typeface="Consolas" panose="020B0609020204030204" pitchFamily="49" charset="0"/>
              </a:rPr>
              <a:t>;</a:t>
            </a:r>
          </a:p>
          <a:p>
            <a:r>
              <a:rPr lang="en-US" sz="1100" dirty="0">
                <a:solidFill>
                  <a:srgbClr val="000000"/>
                </a:solidFill>
                <a:latin typeface="Consolas" panose="020B0609020204030204" pitchFamily="49" charset="0"/>
              </a:rPr>
              <a:t>}</a:t>
            </a:r>
          </a:p>
          <a:p>
            <a:r>
              <a:rPr lang="en-US" sz="1100" b="1" dirty="0">
                <a:solidFill>
                  <a:srgbClr val="7F0055"/>
                </a:solidFill>
                <a:latin typeface="Consolas" panose="020B0609020204030204" pitchFamily="49" charset="0"/>
              </a:rPr>
              <a:t>public</a:t>
            </a:r>
            <a:r>
              <a:rPr lang="en-US" sz="1100" dirty="0">
                <a:solidFill>
                  <a:srgbClr val="000000"/>
                </a:solidFill>
                <a:latin typeface="Consolas" panose="020B0609020204030204" pitchFamily="49" charset="0"/>
              </a:rPr>
              <a:t> </a:t>
            </a:r>
            <a:r>
              <a:rPr lang="en-US" sz="1100" b="1" dirty="0">
                <a:solidFill>
                  <a:srgbClr val="7F0055"/>
                </a:solidFill>
                <a:latin typeface="Consolas" panose="020B0609020204030204" pitchFamily="49" charset="0"/>
              </a:rPr>
              <a:t>void</a:t>
            </a:r>
            <a:r>
              <a:rPr lang="en-US" sz="1100" dirty="0">
                <a:solidFill>
                  <a:srgbClr val="000000"/>
                </a:solidFill>
                <a:latin typeface="Consolas" panose="020B0609020204030204" pitchFamily="49" charset="0"/>
              </a:rPr>
              <a:t> </a:t>
            </a:r>
            <a:r>
              <a:rPr lang="en-US" sz="1100" dirty="0" err="1">
                <a:solidFill>
                  <a:srgbClr val="000000"/>
                </a:solidFill>
                <a:latin typeface="Consolas" panose="020B0609020204030204" pitchFamily="49" charset="0"/>
              </a:rPr>
              <a:t>setPassword</a:t>
            </a:r>
            <a:r>
              <a:rPr lang="en-US" sz="1100" dirty="0">
                <a:solidFill>
                  <a:srgbClr val="000000"/>
                </a:solidFill>
                <a:latin typeface="Consolas" panose="020B0609020204030204" pitchFamily="49" charset="0"/>
              </a:rPr>
              <a:t>(String </a:t>
            </a:r>
            <a:r>
              <a:rPr lang="en-US" sz="1100" dirty="0">
                <a:solidFill>
                  <a:srgbClr val="6A3E3E"/>
                </a:solidFill>
                <a:latin typeface="Consolas" panose="020B0609020204030204" pitchFamily="49" charset="0"/>
              </a:rPr>
              <a:t>password</a:t>
            </a:r>
            <a:r>
              <a:rPr lang="en-US" sz="1100" dirty="0">
                <a:solidFill>
                  <a:srgbClr val="000000"/>
                </a:solidFill>
                <a:latin typeface="Consolas" panose="020B0609020204030204" pitchFamily="49" charset="0"/>
              </a:rPr>
              <a:t>) {</a:t>
            </a:r>
          </a:p>
          <a:p>
            <a:r>
              <a:rPr lang="en-US" sz="1100" b="1" dirty="0" err="1">
                <a:solidFill>
                  <a:srgbClr val="7F0055"/>
                </a:solidFill>
                <a:latin typeface="Consolas" panose="020B0609020204030204" pitchFamily="49" charset="0"/>
              </a:rPr>
              <a:t>this</a:t>
            </a:r>
            <a:r>
              <a:rPr lang="en-US" sz="1100" dirty="0" err="1">
                <a:solidFill>
                  <a:srgbClr val="000000"/>
                </a:solidFill>
                <a:latin typeface="Consolas" panose="020B0609020204030204" pitchFamily="49" charset="0"/>
              </a:rPr>
              <a:t>.</a:t>
            </a:r>
            <a:r>
              <a:rPr lang="en-US" sz="1100" dirty="0" err="1">
                <a:solidFill>
                  <a:srgbClr val="0000C0"/>
                </a:solidFill>
                <a:latin typeface="Consolas" panose="020B0609020204030204" pitchFamily="49" charset="0"/>
              </a:rPr>
              <a:t>password</a:t>
            </a:r>
            <a:r>
              <a:rPr lang="en-US" sz="1100" dirty="0">
                <a:solidFill>
                  <a:srgbClr val="000000"/>
                </a:solidFill>
                <a:latin typeface="Consolas" panose="020B0609020204030204" pitchFamily="49" charset="0"/>
              </a:rPr>
              <a:t> = </a:t>
            </a:r>
            <a:r>
              <a:rPr lang="en-US" sz="1100" dirty="0">
                <a:solidFill>
                  <a:srgbClr val="6A3E3E"/>
                </a:solidFill>
                <a:latin typeface="Consolas" panose="020B0609020204030204" pitchFamily="49" charset="0"/>
              </a:rPr>
              <a:t>password</a:t>
            </a:r>
            <a:r>
              <a:rPr lang="en-US" sz="1100" dirty="0">
                <a:solidFill>
                  <a:srgbClr val="000000"/>
                </a:solidFill>
                <a:latin typeface="Consolas" panose="020B0609020204030204" pitchFamily="49" charset="0"/>
              </a:rPr>
              <a:t>;</a:t>
            </a:r>
          </a:p>
          <a:p>
            <a:r>
              <a:rPr lang="en-US" sz="1100" dirty="0">
                <a:solidFill>
                  <a:srgbClr val="000000"/>
                </a:solidFill>
                <a:latin typeface="Consolas" panose="020B0609020204030204" pitchFamily="49" charset="0"/>
              </a:rPr>
              <a:t>}</a:t>
            </a:r>
          </a:p>
          <a:p>
            <a:r>
              <a:rPr lang="en-US" sz="1100" b="1" dirty="0">
                <a:solidFill>
                  <a:srgbClr val="7F0055"/>
                </a:solidFill>
                <a:latin typeface="Consolas" panose="020B0609020204030204" pitchFamily="49" charset="0"/>
              </a:rPr>
              <a:t>public</a:t>
            </a:r>
            <a:r>
              <a:rPr lang="en-US" sz="1100" dirty="0">
                <a:solidFill>
                  <a:srgbClr val="000000"/>
                </a:solidFill>
                <a:latin typeface="Consolas" panose="020B0609020204030204" pitchFamily="49" charset="0"/>
              </a:rPr>
              <a:t> String </a:t>
            </a:r>
            <a:r>
              <a:rPr lang="en-US" sz="1100" dirty="0" err="1">
                <a:solidFill>
                  <a:srgbClr val="000000"/>
                </a:solidFill>
                <a:latin typeface="Consolas" panose="020B0609020204030204" pitchFamily="49" charset="0"/>
              </a:rPr>
              <a:t>getGender</a:t>
            </a:r>
            <a:r>
              <a:rPr lang="en-US" sz="1100" dirty="0">
                <a:solidFill>
                  <a:srgbClr val="000000"/>
                </a:solidFill>
                <a:latin typeface="Consolas" panose="020B0609020204030204" pitchFamily="49" charset="0"/>
              </a:rPr>
              <a:t>() {</a:t>
            </a:r>
          </a:p>
          <a:p>
            <a:r>
              <a:rPr lang="en-US" sz="1100" b="1" dirty="0">
                <a:solidFill>
                  <a:srgbClr val="7F0055"/>
                </a:solidFill>
                <a:latin typeface="Consolas" panose="020B0609020204030204" pitchFamily="49" charset="0"/>
              </a:rPr>
              <a:t>return</a:t>
            </a:r>
            <a:r>
              <a:rPr lang="en-US" sz="1100" dirty="0">
                <a:solidFill>
                  <a:srgbClr val="000000"/>
                </a:solidFill>
                <a:latin typeface="Consolas" panose="020B0609020204030204" pitchFamily="49" charset="0"/>
              </a:rPr>
              <a:t> </a:t>
            </a:r>
            <a:r>
              <a:rPr lang="en-US" sz="1100" dirty="0">
                <a:solidFill>
                  <a:srgbClr val="0000C0"/>
                </a:solidFill>
                <a:latin typeface="Consolas" panose="020B0609020204030204" pitchFamily="49" charset="0"/>
              </a:rPr>
              <a:t>gender</a:t>
            </a:r>
            <a:r>
              <a:rPr lang="en-US" sz="1100" dirty="0">
                <a:solidFill>
                  <a:srgbClr val="000000"/>
                </a:solidFill>
                <a:latin typeface="Consolas" panose="020B0609020204030204" pitchFamily="49" charset="0"/>
              </a:rPr>
              <a:t>;</a:t>
            </a:r>
          </a:p>
          <a:p>
            <a:r>
              <a:rPr lang="en-US" sz="1100" dirty="0">
                <a:solidFill>
                  <a:srgbClr val="000000"/>
                </a:solidFill>
                <a:latin typeface="Consolas" panose="020B0609020204030204" pitchFamily="49" charset="0"/>
              </a:rPr>
              <a:t>}</a:t>
            </a:r>
          </a:p>
          <a:p>
            <a:r>
              <a:rPr lang="en-US" sz="1100" b="1" dirty="0">
                <a:solidFill>
                  <a:srgbClr val="7F0055"/>
                </a:solidFill>
                <a:latin typeface="Consolas" panose="020B0609020204030204" pitchFamily="49" charset="0"/>
              </a:rPr>
              <a:t>public</a:t>
            </a:r>
            <a:r>
              <a:rPr lang="en-US" sz="1100" dirty="0">
                <a:solidFill>
                  <a:srgbClr val="000000"/>
                </a:solidFill>
                <a:latin typeface="Consolas" panose="020B0609020204030204" pitchFamily="49" charset="0"/>
              </a:rPr>
              <a:t> </a:t>
            </a:r>
            <a:r>
              <a:rPr lang="en-US" sz="1100" b="1" dirty="0">
                <a:solidFill>
                  <a:srgbClr val="7F0055"/>
                </a:solidFill>
                <a:latin typeface="Consolas" panose="020B0609020204030204" pitchFamily="49" charset="0"/>
              </a:rPr>
              <a:t>void</a:t>
            </a:r>
            <a:r>
              <a:rPr lang="en-US" sz="1100" dirty="0">
                <a:solidFill>
                  <a:srgbClr val="000000"/>
                </a:solidFill>
                <a:latin typeface="Consolas" panose="020B0609020204030204" pitchFamily="49" charset="0"/>
              </a:rPr>
              <a:t> </a:t>
            </a:r>
            <a:r>
              <a:rPr lang="en-US" sz="1100" dirty="0" err="1">
                <a:solidFill>
                  <a:srgbClr val="000000"/>
                </a:solidFill>
                <a:latin typeface="Consolas" panose="020B0609020204030204" pitchFamily="49" charset="0"/>
              </a:rPr>
              <a:t>setGender</a:t>
            </a:r>
            <a:r>
              <a:rPr lang="en-US" sz="1100" dirty="0">
                <a:solidFill>
                  <a:srgbClr val="000000"/>
                </a:solidFill>
                <a:latin typeface="Consolas" panose="020B0609020204030204" pitchFamily="49" charset="0"/>
              </a:rPr>
              <a:t>(String </a:t>
            </a:r>
            <a:r>
              <a:rPr lang="en-US" sz="1100" dirty="0">
                <a:solidFill>
                  <a:srgbClr val="6A3E3E"/>
                </a:solidFill>
                <a:latin typeface="Consolas" panose="020B0609020204030204" pitchFamily="49" charset="0"/>
              </a:rPr>
              <a:t>gender</a:t>
            </a:r>
            <a:r>
              <a:rPr lang="en-US" sz="1100" dirty="0">
                <a:solidFill>
                  <a:srgbClr val="000000"/>
                </a:solidFill>
                <a:latin typeface="Consolas" panose="020B0609020204030204" pitchFamily="49" charset="0"/>
              </a:rPr>
              <a:t>) {</a:t>
            </a:r>
          </a:p>
          <a:p>
            <a:r>
              <a:rPr lang="en-US" sz="1100" b="1" dirty="0" err="1">
                <a:solidFill>
                  <a:srgbClr val="7F0055"/>
                </a:solidFill>
                <a:latin typeface="Consolas" panose="020B0609020204030204" pitchFamily="49" charset="0"/>
              </a:rPr>
              <a:t>this</a:t>
            </a:r>
            <a:r>
              <a:rPr lang="en-US" sz="1100" dirty="0" err="1">
                <a:solidFill>
                  <a:srgbClr val="000000"/>
                </a:solidFill>
                <a:latin typeface="Consolas" panose="020B0609020204030204" pitchFamily="49" charset="0"/>
              </a:rPr>
              <a:t>.</a:t>
            </a:r>
            <a:r>
              <a:rPr lang="en-US" sz="1100" dirty="0" err="1">
                <a:solidFill>
                  <a:srgbClr val="0000C0"/>
                </a:solidFill>
                <a:latin typeface="Consolas" panose="020B0609020204030204" pitchFamily="49" charset="0"/>
              </a:rPr>
              <a:t>gender</a:t>
            </a:r>
            <a:r>
              <a:rPr lang="en-US" sz="1100" dirty="0">
                <a:solidFill>
                  <a:srgbClr val="000000"/>
                </a:solidFill>
                <a:latin typeface="Consolas" panose="020B0609020204030204" pitchFamily="49" charset="0"/>
              </a:rPr>
              <a:t> = </a:t>
            </a:r>
            <a:r>
              <a:rPr lang="en-US" sz="1100" dirty="0">
                <a:solidFill>
                  <a:srgbClr val="6A3E3E"/>
                </a:solidFill>
                <a:latin typeface="Consolas" panose="020B0609020204030204" pitchFamily="49" charset="0"/>
              </a:rPr>
              <a:t>gender</a:t>
            </a:r>
            <a:r>
              <a:rPr lang="en-US" sz="1100" dirty="0">
                <a:solidFill>
                  <a:srgbClr val="000000"/>
                </a:solidFill>
                <a:latin typeface="Consolas" panose="020B0609020204030204" pitchFamily="49" charset="0"/>
              </a:rPr>
              <a:t>;</a:t>
            </a:r>
          </a:p>
          <a:p>
            <a:r>
              <a:rPr lang="en-US" sz="1100" dirty="0">
                <a:solidFill>
                  <a:srgbClr val="000000"/>
                </a:solidFill>
                <a:latin typeface="Consolas" panose="020B0609020204030204" pitchFamily="49" charset="0"/>
              </a:rPr>
              <a:t>}</a:t>
            </a:r>
          </a:p>
          <a:p>
            <a:r>
              <a:rPr lang="en-US" sz="1100" b="1" dirty="0">
                <a:solidFill>
                  <a:srgbClr val="7F0055"/>
                </a:solidFill>
                <a:latin typeface="Consolas" panose="020B0609020204030204" pitchFamily="49" charset="0"/>
              </a:rPr>
              <a:t>public</a:t>
            </a:r>
            <a:r>
              <a:rPr lang="en-US" sz="1100" dirty="0">
                <a:solidFill>
                  <a:srgbClr val="000000"/>
                </a:solidFill>
                <a:latin typeface="Consolas" panose="020B0609020204030204" pitchFamily="49" charset="0"/>
              </a:rPr>
              <a:t> String </a:t>
            </a:r>
            <a:r>
              <a:rPr lang="en-US" sz="1100" dirty="0" err="1">
                <a:solidFill>
                  <a:srgbClr val="000000"/>
                </a:solidFill>
                <a:latin typeface="Consolas" panose="020B0609020204030204" pitchFamily="49" charset="0"/>
              </a:rPr>
              <a:t>getNote</a:t>
            </a:r>
            <a:r>
              <a:rPr lang="en-US" sz="1100" dirty="0">
                <a:solidFill>
                  <a:srgbClr val="000000"/>
                </a:solidFill>
                <a:latin typeface="Consolas" panose="020B0609020204030204" pitchFamily="49" charset="0"/>
              </a:rPr>
              <a:t>() {</a:t>
            </a:r>
          </a:p>
          <a:p>
            <a:r>
              <a:rPr lang="en-US" sz="1100" b="1" dirty="0">
                <a:solidFill>
                  <a:srgbClr val="7F0055"/>
                </a:solidFill>
                <a:latin typeface="Consolas" panose="020B0609020204030204" pitchFamily="49" charset="0"/>
              </a:rPr>
              <a:t>return</a:t>
            </a:r>
            <a:r>
              <a:rPr lang="en-US" sz="1100" dirty="0">
                <a:solidFill>
                  <a:srgbClr val="000000"/>
                </a:solidFill>
                <a:latin typeface="Consolas" panose="020B0609020204030204" pitchFamily="49" charset="0"/>
              </a:rPr>
              <a:t> </a:t>
            </a:r>
            <a:r>
              <a:rPr lang="en-US" sz="1100" dirty="0">
                <a:solidFill>
                  <a:srgbClr val="0000C0"/>
                </a:solidFill>
                <a:latin typeface="Consolas" panose="020B0609020204030204" pitchFamily="49" charset="0"/>
              </a:rPr>
              <a:t>note</a:t>
            </a:r>
            <a:r>
              <a:rPr lang="en-US" sz="1100" dirty="0">
                <a:solidFill>
                  <a:srgbClr val="000000"/>
                </a:solidFill>
                <a:latin typeface="Consolas" panose="020B0609020204030204" pitchFamily="49" charset="0"/>
              </a:rPr>
              <a:t>;</a:t>
            </a:r>
          </a:p>
          <a:p>
            <a:r>
              <a:rPr lang="en-US" sz="1100" dirty="0">
                <a:solidFill>
                  <a:srgbClr val="000000"/>
                </a:solidFill>
                <a:latin typeface="Consolas" panose="020B0609020204030204" pitchFamily="49" charset="0"/>
              </a:rPr>
              <a:t>}</a:t>
            </a:r>
          </a:p>
          <a:p>
            <a:r>
              <a:rPr lang="en-US" sz="1100" b="1" dirty="0">
                <a:solidFill>
                  <a:srgbClr val="7F0055"/>
                </a:solidFill>
                <a:latin typeface="Consolas" panose="020B0609020204030204" pitchFamily="49" charset="0"/>
              </a:rPr>
              <a:t>public</a:t>
            </a:r>
            <a:r>
              <a:rPr lang="en-US" sz="1100" dirty="0">
                <a:solidFill>
                  <a:srgbClr val="000000"/>
                </a:solidFill>
                <a:latin typeface="Consolas" panose="020B0609020204030204" pitchFamily="49" charset="0"/>
              </a:rPr>
              <a:t> </a:t>
            </a:r>
            <a:r>
              <a:rPr lang="en-US" sz="1100" b="1" dirty="0">
                <a:solidFill>
                  <a:srgbClr val="7F0055"/>
                </a:solidFill>
                <a:latin typeface="Consolas" panose="020B0609020204030204" pitchFamily="49" charset="0"/>
              </a:rPr>
              <a:t>void</a:t>
            </a:r>
            <a:r>
              <a:rPr lang="en-US" sz="1100" dirty="0">
                <a:solidFill>
                  <a:srgbClr val="000000"/>
                </a:solidFill>
                <a:latin typeface="Consolas" panose="020B0609020204030204" pitchFamily="49" charset="0"/>
              </a:rPr>
              <a:t> </a:t>
            </a:r>
            <a:r>
              <a:rPr lang="en-US" sz="1100" dirty="0" err="1">
                <a:solidFill>
                  <a:srgbClr val="000000"/>
                </a:solidFill>
                <a:latin typeface="Consolas" panose="020B0609020204030204" pitchFamily="49" charset="0"/>
              </a:rPr>
              <a:t>setNote</a:t>
            </a:r>
            <a:r>
              <a:rPr lang="en-US" sz="1100" dirty="0">
                <a:solidFill>
                  <a:srgbClr val="000000"/>
                </a:solidFill>
                <a:latin typeface="Consolas" panose="020B0609020204030204" pitchFamily="49" charset="0"/>
              </a:rPr>
              <a:t>(String </a:t>
            </a:r>
            <a:r>
              <a:rPr lang="en-US" sz="1100" dirty="0">
                <a:solidFill>
                  <a:srgbClr val="6A3E3E"/>
                </a:solidFill>
                <a:latin typeface="Consolas" panose="020B0609020204030204" pitchFamily="49" charset="0"/>
              </a:rPr>
              <a:t>note</a:t>
            </a:r>
            <a:r>
              <a:rPr lang="en-US" sz="1100" dirty="0">
                <a:solidFill>
                  <a:srgbClr val="000000"/>
                </a:solidFill>
                <a:latin typeface="Consolas" panose="020B0609020204030204" pitchFamily="49" charset="0"/>
              </a:rPr>
              <a:t>) {</a:t>
            </a:r>
          </a:p>
          <a:p>
            <a:r>
              <a:rPr lang="en-US" sz="1100" b="1" dirty="0" err="1">
                <a:solidFill>
                  <a:srgbClr val="7F0055"/>
                </a:solidFill>
                <a:latin typeface="Consolas" panose="020B0609020204030204" pitchFamily="49" charset="0"/>
              </a:rPr>
              <a:t>this</a:t>
            </a:r>
            <a:r>
              <a:rPr lang="en-US" sz="1100" dirty="0" err="1">
                <a:solidFill>
                  <a:srgbClr val="000000"/>
                </a:solidFill>
                <a:latin typeface="Consolas" panose="020B0609020204030204" pitchFamily="49" charset="0"/>
              </a:rPr>
              <a:t>.</a:t>
            </a:r>
            <a:r>
              <a:rPr lang="en-US" sz="1100" dirty="0" err="1">
                <a:solidFill>
                  <a:srgbClr val="0000C0"/>
                </a:solidFill>
                <a:latin typeface="Consolas" panose="020B0609020204030204" pitchFamily="49" charset="0"/>
              </a:rPr>
              <a:t>note</a:t>
            </a:r>
            <a:r>
              <a:rPr lang="en-US" sz="1100" dirty="0">
                <a:solidFill>
                  <a:srgbClr val="000000"/>
                </a:solidFill>
                <a:latin typeface="Consolas" panose="020B0609020204030204" pitchFamily="49" charset="0"/>
              </a:rPr>
              <a:t> = </a:t>
            </a:r>
            <a:r>
              <a:rPr lang="en-US" sz="1100" dirty="0">
                <a:solidFill>
                  <a:srgbClr val="6A3E3E"/>
                </a:solidFill>
                <a:latin typeface="Consolas" panose="020B0609020204030204" pitchFamily="49" charset="0"/>
              </a:rPr>
              <a:t>note</a:t>
            </a:r>
            <a:r>
              <a:rPr lang="en-US" sz="1100" dirty="0">
                <a:solidFill>
                  <a:srgbClr val="000000"/>
                </a:solidFill>
                <a:latin typeface="Consolas" panose="020B0609020204030204" pitchFamily="49" charset="0"/>
              </a:rPr>
              <a:t>;</a:t>
            </a:r>
          </a:p>
          <a:p>
            <a:r>
              <a:rPr lang="en-US" sz="1100" dirty="0">
                <a:solidFill>
                  <a:srgbClr val="000000"/>
                </a:solidFill>
                <a:latin typeface="Consolas" panose="020B0609020204030204" pitchFamily="49" charset="0"/>
              </a:rPr>
              <a:t>}</a:t>
            </a:r>
          </a:p>
          <a:p>
            <a:r>
              <a:rPr lang="en-US" sz="1100" b="1" dirty="0">
                <a:solidFill>
                  <a:srgbClr val="7F0055"/>
                </a:solidFill>
                <a:latin typeface="Consolas" panose="020B0609020204030204" pitchFamily="49" charset="0"/>
              </a:rPr>
              <a:t>public</a:t>
            </a:r>
            <a:r>
              <a:rPr lang="en-US" sz="1100" dirty="0">
                <a:solidFill>
                  <a:srgbClr val="000000"/>
                </a:solidFill>
                <a:latin typeface="Consolas" panose="020B0609020204030204" pitchFamily="49" charset="0"/>
              </a:rPr>
              <a:t> String </a:t>
            </a:r>
            <a:r>
              <a:rPr lang="en-US" sz="1100" dirty="0" err="1">
                <a:solidFill>
                  <a:srgbClr val="000000"/>
                </a:solidFill>
                <a:latin typeface="Consolas" panose="020B0609020204030204" pitchFamily="49" charset="0"/>
              </a:rPr>
              <a:t>getProfession</a:t>
            </a:r>
            <a:r>
              <a:rPr lang="en-US" sz="1100" dirty="0">
                <a:solidFill>
                  <a:srgbClr val="000000"/>
                </a:solidFill>
                <a:latin typeface="Consolas" panose="020B0609020204030204" pitchFamily="49" charset="0"/>
              </a:rPr>
              <a:t>() {</a:t>
            </a:r>
          </a:p>
          <a:p>
            <a:r>
              <a:rPr lang="en-US" sz="1100" b="1" dirty="0">
                <a:solidFill>
                  <a:srgbClr val="7F0055"/>
                </a:solidFill>
                <a:latin typeface="Consolas" panose="020B0609020204030204" pitchFamily="49" charset="0"/>
              </a:rPr>
              <a:t>return</a:t>
            </a:r>
            <a:r>
              <a:rPr lang="en-US" sz="1100" dirty="0">
                <a:solidFill>
                  <a:srgbClr val="000000"/>
                </a:solidFill>
                <a:latin typeface="Consolas" panose="020B0609020204030204" pitchFamily="49" charset="0"/>
              </a:rPr>
              <a:t> </a:t>
            </a:r>
            <a:r>
              <a:rPr lang="en-US" sz="1100" dirty="0">
                <a:solidFill>
                  <a:srgbClr val="0000C0"/>
                </a:solidFill>
                <a:latin typeface="Consolas" panose="020B0609020204030204" pitchFamily="49" charset="0"/>
              </a:rPr>
              <a:t>profession</a:t>
            </a:r>
            <a:r>
              <a:rPr lang="en-US" sz="1100" dirty="0">
                <a:solidFill>
                  <a:srgbClr val="000000"/>
                </a:solidFill>
                <a:latin typeface="Consolas" panose="020B0609020204030204" pitchFamily="49" charset="0"/>
              </a:rPr>
              <a:t>;</a:t>
            </a:r>
          </a:p>
          <a:p>
            <a:r>
              <a:rPr lang="en-US" sz="1100" dirty="0">
                <a:solidFill>
                  <a:srgbClr val="000000"/>
                </a:solidFill>
                <a:latin typeface="Consolas" panose="020B0609020204030204" pitchFamily="49" charset="0"/>
              </a:rPr>
              <a:t>}</a:t>
            </a:r>
          </a:p>
          <a:p>
            <a:r>
              <a:rPr lang="en-US" sz="1100" b="1" dirty="0">
                <a:solidFill>
                  <a:srgbClr val="7F0055"/>
                </a:solidFill>
                <a:latin typeface="Consolas" panose="020B0609020204030204" pitchFamily="49" charset="0"/>
              </a:rPr>
              <a:t>public</a:t>
            </a:r>
            <a:r>
              <a:rPr lang="en-US" sz="1100" dirty="0">
                <a:solidFill>
                  <a:srgbClr val="000000"/>
                </a:solidFill>
                <a:latin typeface="Consolas" panose="020B0609020204030204" pitchFamily="49" charset="0"/>
              </a:rPr>
              <a:t> </a:t>
            </a:r>
            <a:r>
              <a:rPr lang="en-US" sz="1100" b="1" dirty="0">
                <a:solidFill>
                  <a:srgbClr val="7F0055"/>
                </a:solidFill>
                <a:latin typeface="Consolas" panose="020B0609020204030204" pitchFamily="49" charset="0"/>
              </a:rPr>
              <a:t>void</a:t>
            </a:r>
            <a:r>
              <a:rPr lang="en-US" sz="1100" dirty="0">
                <a:solidFill>
                  <a:srgbClr val="000000"/>
                </a:solidFill>
                <a:latin typeface="Consolas" panose="020B0609020204030204" pitchFamily="49" charset="0"/>
              </a:rPr>
              <a:t> </a:t>
            </a:r>
            <a:r>
              <a:rPr lang="en-US" sz="1100" dirty="0" err="1">
                <a:solidFill>
                  <a:srgbClr val="000000"/>
                </a:solidFill>
                <a:latin typeface="Consolas" panose="020B0609020204030204" pitchFamily="49" charset="0"/>
              </a:rPr>
              <a:t>setProfession</a:t>
            </a:r>
            <a:r>
              <a:rPr lang="en-US" sz="1100" dirty="0">
                <a:solidFill>
                  <a:srgbClr val="000000"/>
                </a:solidFill>
                <a:latin typeface="Consolas" panose="020B0609020204030204" pitchFamily="49" charset="0"/>
              </a:rPr>
              <a:t>(String </a:t>
            </a:r>
            <a:r>
              <a:rPr lang="en-US" sz="1100" dirty="0">
                <a:solidFill>
                  <a:srgbClr val="6A3E3E"/>
                </a:solidFill>
                <a:latin typeface="Consolas" panose="020B0609020204030204" pitchFamily="49" charset="0"/>
              </a:rPr>
              <a:t>profession</a:t>
            </a:r>
            <a:r>
              <a:rPr lang="en-US" sz="1100" dirty="0">
                <a:solidFill>
                  <a:srgbClr val="000000"/>
                </a:solidFill>
                <a:latin typeface="Consolas" panose="020B0609020204030204" pitchFamily="49" charset="0"/>
              </a:rPr>
              <a:t>) {</a:t>
            </a:r>
          </a:p>
          <a:p>
            <a:r>
              <a:rPr lang="en-US" sz="1100" b="1" dirty="0" err="1">
                <a:solidFill>
                  <a:srgbClr val="7F0055"/>
                </a:solidFill>
                <a:latin typeface="Consolas" panose="020B0609020204030204" pitchFamily="49" charset="0"/>
              </a:rPr>
              <a:t>this</a:t>
            </a:r>
            <a:r>
              <a:rPr lang="en-US" sz="1100" dirty="0" err="1">
                <a:solidFill>
                  <a:srgbClr val="000000"/>
                </a:solidFill>
                <a:latin typeface="Consolas" panose="020B0609020204030204" pitchFamily="49" charset="0"/>
              </a:rPr>
              <a:t>.</a:t>
            </a:r>
            <a:r>
              <a:rPr lang="en-US" sz="1100" dirty="0" err="1">
                <a:solidFill>
                  <a:srgbClr val="0000C0"/>
                </a:solidFill>
                <a:latin typeface="Consolas" panose="020B0609020204030204" pitchFamily="49" charset="0"/>
              </a:rPr>
              <a:t>profession</a:t>
            </a:r>
            <a:r>
              <a:rPr lang="en-US" sz="1100" dirty="0">
                <a:solidFill>
                  <a:srgbClr val="000000"/>
                </a:solidFill>
                <a:latin typeface="Consolas" panose="020B0609020204030204" pitchFamily="49" charset="0"/>
              </a:rPr>
              <a:t> = </a:t>
            </a:r>
            <a:r>
              <a:rPr lang="en-US" sz="1100" dirty="0">
                <a:solidFill>
                  <a:srgbClr val="6A3E3E"/>
                </a:solidFill>
                <a:latin typeface="Consolas" panose="020B0609020204030204" pitchFamily="49" charset="0"/>
              </a:rPr>
              <a:t>profession</a:t>
            </a:r>
            <a:r>
              <a:rPr lang="en-US" sz="1100" dirty="0">
                <a:solidFill>
                  <a:srgbClr val="000000"/>
                </a:solidFill>
                <a:latin typeface="Consolas" panose="020B0609020204030204" pitchFamily="49" charset="0"/>
              </a:rPr>
              <a:t>;</a:t>
            </a:r>
          </a:p>
          <a:p>
            <a:r>
              <a:rPr lang="en-US" sz="1100" dirty="0">
                <a:solidFill>
                  <a:srgbClr val="000000"/>
                </a:solidFill>
                <a:latin typeface="Consolas" panose="020B0609020204030204" pitchFamily="49" charset="0"/>
              </a:rPr>
              <a:t>}</a:t>
            </a:r>
          </a:p>
          <a:p>
            <a:r>
              <a:rPr lang="en-US" sz="1100" b="1" dirty="0">
                <a:solidFill>
                  <a:srgbClr val="7F0055"/>
                </a:solidFill>
                <a:latin typeface="Consolas" panose="020B0609020204030204" pitchFamily="49" charset="0"/>
              </a:rPr>
              <a:t>public</a:t>
            </a:r>
            <a:r>
              <a:rPr lang="en-US" sz="1100" dirty="0">
                <a:solidFill>
                  <a:srgbClr val="000000"/>
                </a:solidFill>
                <a:latin typeface="Consolas" panose="020B0609020204030204" pitchFamily="49" charset="0"/>
              </a:rPr>
              <a:t> </a:t>
            </a:r>
            <a:r>
              <a:rPr lang="en-US" sz="1100" b="1" dirty="0" err="1">
                <a:solidFill>
                  <a:srgbClr val="7F0055"/>
                </a:solidFill>
                <a:latin typeface="Consolas" panose="020B0609020204030204" pitchFamily="49" charset="0"/>
              </a:rPr>
              <a:t>boolean</a:t>
            </a:r>
            <a:r>
              <a:rPr lang="en-US" sz="1100" dirty="0">
                <a:solidFill>
                  <a:srgbClr val="000000"/>
                </a:solidFill>
                <a:latin typeface="Consolas" panose="020B0609020204030204" pitchFamily="49" charset="0"/>
              </a:rPr>
              <a:t> </a:t>
            </a:r>
            <a:r>
              <a:rPr lang="en-US" sz="1100" dirty="0" err="1">
                <a:solidFill>
                  <a:srgbClr val="000000"/>
                </a:solidFill>
                <a:latin typeface="Consolas" panose="020B0609020204030204" pitchFamily="49" charset="0"/>
              </a:rPr>
              <a:t>isMarried</a:t>
            </a:r>
            <a:r>
              <a:rPr lang="en-US" sz="1100" dirty="0">
                <a:solidFill>
                  <a:srgbClr val="000000"/>
                </a:solidFill>
                <a:latin typeface="Consolas" panose="020B0609020204030204" pitchFamily="49" charset="0"/>
              </a:rPr>
              <a:t>() {</a:t>
            </a:r>
          </a:p>
          <a:p>
            <a:r>
              <a:rPr lang="en-US" sz="1100" b="1" dirty="0">
                <a:solidFill>
                  <a:srgbClr val="7F0055"/>
                </a:solidFill>
                <a:latin typeface="Consolas" panose="020B0609020204030204" pitchFamily="49" charset="0"/>
              </a:rPr>
              <a:t>return</a:t>
            </a:r>
            <a:r>
              <a:rPr lang="en-US" sz="1100" dirty="0">
                <a:solidFill>
                  <a:srgbClr val="000000"/>
                </a:solidFill>
                <a:latin typeface="Consolas" panose="020B0609020204030204" pitchFamily="49" charset="0"/>
              </a:rPr>
              <a:t> </a:t>
            </a:r>
            <a:r>
              <a:rPr lang="en-US" sz="1100" dirty="0">
                <a:solidFill>
                  <a:srgbClr val="0000C0"/>
                </a:solidFill>
                <a:latin typeface="Consolas" panose="020B0609020204030204" pitchFamily="49" charset="0"/>
              </a:rPr>
              <a:t>married</a:t>
            </a:r>
            <a:r>
              <a:rPr lang="en-US" sz="1100" dirty="0">
                <a:solidFill>
                  <a:srgbClr val="000000"/>
                </a:solidFill>
                <a:latin typeface="Consolas" panose="020B0609020204030204" pitchFamily="49" charset="0"/>
              </a:rPr>
              <a:t>;</a:t>
            </a:r>
          </a:p>
          <a:p>
            <a:r>
              <a:rPr lang="en-US" sz="1100" dirty="0">
                <a:solidFill>
                  <a:srgbClr val="000000"/>
                </a:solidFill>
                <a:latin typeface="Consolas" panose="020B0609020204030204" pitchFamily="49" charset="0"/>
              </a:rPr>
              <a:t>}</a:t>
            </a:r>
          </a:p>
          <a:p>
            <a:r>
              <a:rPr lang="en-US" sz="1100" b="1" dirty="0">
                <a:solidFill>
                  <a:srgbClr val="7F0055"/>
                </a:solidFill>
                <a:latin typeface="Consolas" panose="020B0609020204030204" pitchFamily="49" charset="0"/>
              </a:rPr>
              <a:t>public</a:t>
            </a:r>
            <a:r>
              <a:rPr lang="en-US" sz="1100" dirty="0">
                <a:solidFill>
                  <a:srgbClr val="000000"/>
                </a:solidFill>
                <a:latin typeface="Consolas" panose="020B0609020204030204" pitchFamily="49" charset="0"/>
              </a:rPr>
              <a:t> </a:t>
            </a:r>
            <a:r>
              <a:rPr lang="en-US" sz="1100" b="1" dirty="0">
                <a:solidFill>
                  <a:srgbClr val="7F0055"/>
                </a:solidFill>
                <a:latin typeface="Consolas" panose="020B0609020204030204" pitchFamily="49" charset="0"/>
              </a:rPr>
              <a:t>void</a:t>
            </a:r>
            <a:r>
              <a:rPr lang="en-US" sz="1100" dirty="0">
                <a:solidFill>
                  <a:srgbClr val="000000"/>
                </a:solidFill>
                <a:latin typeface="Consolas" panose="020B0609020204030204" pitchFamily="49" charset="0"/>
              </a:rPr>
              <a:t> </a:t>
            </a:r>
            <a:r>
              <a:rPr lang="en-US" sz="1100" dirty="0" err="1">
                <a:solidFill>
                  <a:srgbClr val="000000"/>
                </a:solidFill>
                <a:latin typeface="Consolas" panose="020B0609020204030204" pitchFamily="49" charset="0"/>
              </a:rPr>
              <a:t>setMarried</a:t>
            </a:r>
            <a:r>
              <a:rPr lang="en-US" sz="1100" dirty="0">
                <a:solidFill>
                  <a:srgbClr val="000000"/>
                </a:solidFill>
                <a:latin typeface="Consolas" panose="020B0609020204030204" pitchFamily="49" charset="0"/>
              </a:rPr>
              <a:t>(</a:t>
            </a:r>
            <a:r>
              <a:rPr lang="en-US" sz="1100" b="1" dirty="0" err="1">
                <a:solidFill>
                  <a:srgbClr val="7F0055"/>
                </a:solidFill>
                <a:latin typeface="Consolas" panose="020B0609020204030204" pitchFamily="49" charset="0"/>
              </a:rPr>
              <a:t>boolean</a:t>
            </a:r>
            <a:r>
              <a:rPr lang="en-US" sz="1100" dirty="0">
                <a:solidFill>
                  <a:srgbClr val="000000"/>
                </a:solidFill>
                <a:latin typeface="Consolas" panose="020B0609020204030204" pitchFamily="49" charset="0"/>
              </a:rPr>
              <a:t> </a:t>
            </a:r>
            <a:r>
              <a:rPr lang="en-US" sz="1100" dirty="0">
                <a:solidFill>
                  <a:srgbClr val="6A3E3E"/>
                </a:solidFill>
                <a:latin typeface="Consolas" panose="020B0609020204030204" pitchFamily="49" charset="0"/>
              </a:rPr>
              <a:t>married</a:t>
            </a:r>
            <a:r>
              <a:rPr lang="en-US" sz="1100" dirty="0">
                <a:solidFill>
                  <a:srgbClr val="000000"/>
                </a:solidFill>
                <a:latin typeface="Consolas" panose="020B0609020204030204" pitchFamily="49" charset="0"/>
              </a:rPr>
              <a:t>) {</a:t>
            </a:r>
          </a:p>
          <a:p>
            <a:r>
              <a:rPr lang="en-US" sz="1100" b="1" dirty="0" err="1">
                <a:solidFill>
                  <a:srgbClr val="7F0055"/>
                </a:solidFill>
                <a:latin typeface="Consolas" panose="020B0609020204030204" pitchFamily="49" charset="0"/>
              </a:rPr>
              <a:t>this</a:t>
            </a:r>
            <a:r>
              <a:rPr lang="en-US" sz="1100" dirty="0" err="1">
                <a:solidFill>
                  <a:srgbClr val="000000"/>
                </a:solidFill>
                <a:latin typeface="Consolas" panose="020B0609020204030204" pitchFamily="49" charset="0"/>
              </a:rPr>
              <a:t>.</a:t>
            </a:r>
            <a:r>
              <a:rPr lang="en-US" sz="1100" dirty="0" err="1">
                <a:solidFill>
                  <a:srgbClr val="0000C0"/>
                </a:solidFill>
                <a:latin typeface="Consolas" panose="020B0609020204030204" pitchFamily="49" charset="0"/>
              </a:rPr>
              <a:t>married</a:t>
            </a:r>
            <a:r>
              <a:rPr lang="en-US" sz="1100" dirty="0">
                <a:solidFill>
                  <a:srgbClr val="000000"/>
                </a:solidFill>
                <a:latin typeface="Consolas" panose="020B0609020204030204" pitchFamily="49" charset="0"/>
              </a:rPr>
              <a:t> = </a:t>
            </a:r>
            <a:r>
              <a:rPr lang="en-US" sz="1100" dirty="0">
                <a:solidFill>
                  <a:srgbClr val="6A3E3E"/>
                </a:solidFill>
                <a:latin typeface="Consolas" panose="020B0609020204030204" pitchFamily="49" charset="0"/>
              </a:rPr>
              <a:t>married</a:t>
            </a:r>
            <a:r>
              <a:rPr lang="en-US" sz="1100" dirty="0">
                <a:solidFill>
                  <a:srgbClr val="000000"/>
                </a:solidFill>
                <a:latin typeface="Consolas" panose="020B0609020204030204" pitchFamily="49" charset="0"/>
              </a:rPr>
              <a:t>;</a:t>
            </a:r>
          </a:p>
          <a:p>
            <a:r>
              <a:rPr lang="en-US" sz="1100" dirty="0">
                <a:solidFill>
                  <a:srgbClr val="000000"/>
                </a:solidFill>
                <a:latin typeface="Consolas" panose="020B0609020204030204" pitchFamily="49" charset="0"/>
              </a:rPr>
              <a:t>}</a:t>
            </a:r>
          </a:p>
          <a:p>
            <a:r>
              <a:rPr lang="en-US" sz="1100" b="1" dirty="0">
                <a:solidFill>
                  <a:srgbClr val="7F0055"/>
                </a:solidFill>
                <a:latin typeface="Consolas" panose="020B0609020204030204" pitchFamily="49" charset="0"/>
              </a:rPr>
              <a:t>public</a:t>
            </a:r>
            <a:r>
              <a:rPr lang="en-US" sz="1100" dirty="0">
                <a:solidFill>
                  <a:srgbClr val="000000"/>
                </a:solidFill>
                <a:latin typeface="Consolas" panose="020B0609020204030204" pitchFamily="49" charset="0"/>
              </a:rPr>
              <a:t> Date </a:t>
            </a:r>
            <a:r>
              <a:rPr lang="en-US" sz="1100" dirty="0" err="1">
                <a:solidFill>
                  <a:srgbClr val="000000"/>
                </a:solidFill>
                <a:latin typeface="Consolas" panose="020B0609020204030204" pitchFamily="49" charset="0"/>
              </a:rPr>
              <a:t>getBirthday</a:t>
            </a:r>
            <a:r>
              <a:rPr lang="en-US" sz="1100" dirty="0">
                <a:solidFill>
                  <a:srgbClr val="000000"/>
                </a:solidFill>
                <a:latin typeface="Consolas" panose="020B0609020204030204" pitchFamily="49" charset="0"/>
              </a:rPr>
              <a:t>() {</a:t>
            </a:r>
          </a:p>
          <a:p>
            <a:r>
              <a:rPr lang="en-US" sz="1100" b="1" dirty="0">
                <a:solidFill>
                  <a:srgbClr val="7F0055"/>
                </a:solidFill>
                <a:latin typeface="Consolas" panose="020B0609020204030204" pitchFamily="49" charset="0"/>
              </a:rPr>
              <a:t>return</a:t>
            </a:r>
            <a:r>
              <a:rPr lang="en-US" sz="1100" dirty="0">
                <a:solidFill>
                  <a:srgbClr val="000000"/>
                </a:solidFill>
                <a:latin typeface="Consolas" panose="020B0609020204030204" pitchFamily="49" charset="0"/>
              </a:rPr>
              <a:t> </a:t>
            </a:r>
            <a:r>
              <a:rPr lang="en-US" sz="1100" dirty="0">
                <a:solidFill>
                  <a:srgbClr val="0000C0"/>
                </a:solidFill>
                <a:latin typeface="Consolas" panose="020B0609020204030204" pitchFamily="49" charset="0"/>
              </a:rPr>
              <a:t>birthday</a:t>
            </a:r>
            <a:r>
              <a:rPr lang="en-US" sz="1100" dirty="0">
                <a:solidFill>
                  <a:srgbClr val="000000"/>
                </a:solidFill>
                <a:latin typeface="Consolas" panose="020B0609020204030204" pitchFamily="49" charset="0"/>
              </a:rPr>
              <a:t>;</a:t>
            </a:r>
          </a:p>
          <a:p>
            <a:r>
              <a:rPr lang="en-US" sz="1100" dirty="0">
                <a:solidFill>
                  <a:srgbClr val="000000"/>
                </a:solidFill>
                <a:latin typeface="Consolas" panose="020B0609020204030204" pitchFamily="49" charset="0"/>
              </a:rPr>
              <a:t>}</a:t>
            </a:r>
          </a:p>
          <a:p>
            <a:r>
              <a:rPr lang="en-US" sz="1100" b="1" dirty="0">
                <a:solidFill>
                  <a:srgbClr val="7F0055"/>
                </a:solidFill>
                <a:latin typeface="Consolas" panose="020B0609020204030204" pitchFamily="49" charset="0"/>
              </a:rPr>
              <a:t>public</a:t>
            </a:r>
            <a:r>
              <a:rPr lang="en-US" sz="1100" dirty="0">
                <a:solidFill>
                  <a:srgbClr val="000000"/>
                </a:solidFill>
                <a:latin typeface="Consolas" panose="020B0609020204030204" pitchFamily="49" charset="0"/>
              </a:rPr>
              <a:t> </a:t>
            </a:r>
            <a:r>
              <a:rPr lang="en-US" sz="1100" b="1" dirty="0">
                <a:solidFill>
                  <a:srgbClr val="7F0055"/>
                </a:solidFill>
                <a:latin typeface="Consolas" panose="020B0609020204030204" pitchFamily="49" charset="0"/>
              </a:rPr>
              <a:t>void</a:t>
            </a:r>
            <a:r>
              <a:rPr lang="en-US" sz="1100" dirty="0">
                <a:solidFill>
                  <a:srgbClr val="000000"/>
                </a:solidFill>
                <a:latin typeface="Consolas" panose="020B0609020204030204" pitchFamily="49" charset="0"/>
              </a:rPr>
              <a:t> </a:t>
            </a:r>
            <a:r>
              <a:rPr lang="en-US" sz="1100" dirty="0" err="1">
                <a:solidFill>
                  <a:srgbClr val="000000"/>
                </a:solidFill>
                <a:latin typeface="Consolas" panose="020B0609020204030204" pitchFamily="49" charset="0"/>
              </a:rPr>
              <a:t>setBirthday</a:t>
            </a:r>
            <a:r>
              <a:rPr lang="en-US" sz="1100" dirty="0">
                <a:solidFill>
                  <a:srgbClr val="000000"/>
                </a:solidFill>
                <a:latin typeface="Consolas" panose="020B0609020204030204" pitchFamily="49" charset="0"/>
              </a:rPr>
              <a:t>(Date </a:t>
            </a:r>
            <a:r>
              <a:rPr lang="en-US" sz="1100" dirty="0">
                <a:solidFill>
                  <a:srgbClr val="6A3E3E"/>
                </a:solidFill>
                <a:latin typeface="Consolas" panose="020B0609020204030204" pitchFamily="49" charset="0"/>
              </a:rPr>
              <a:t>birthday</a:t>
            </a:r>
            <a:r>
              <a:rPr lang="en-US" sz="1100" dirty="0">
                <a:solidFill>
                  <a:srgbClr val="000000"/>
                </a:solidFill>
                <a:latin typeface="Consolas" panose="020B0609020204030204" pitchFamily="49" charset="0"/>
              </a:rPr>
              <a:t>) {</a:t>
            </a:r>
          </a:p>
          <a:p>
            <a:r>
              <a:rPr lang="en-US" sz="1100" b="1" dirty="0" err="1">
                <a:solidFill>
                  <a:srgbClr val="7F0055"/>
                </a:solidFill>
                <a:latin typeface="Consolas" panose="020B0609020204030204" pitchFamily="49" charset="0"/>
              </a:rPr>
              <a:t>this</a:t>
            </a:r>
            <a:r>
              <a:rPr lang="en-US" sz="1100" dirty="0" err="1">
                <a:solidFill>
                  <a:srgbClr val="000000"/>
                </a:solidFill>
                <a:latin typeface="Consolas" panose="020B0609020204030204" pitchFamily="49" charset="0"/>
              </a:rPr>
              <a:t>.</a:t>
            </a:r>
            <a:r>
              <a:rPr lang="en-US" sz="1100" dirty="0" err="1">
                <a:solidFill>
                  <a:srgbClr val="0000C0"/>
                </a:solidFill>
                <a:latin typeface="Consolas" panose="020B0609020204030204" pitchFamily="49" charset="0"/>
              </a:rPr>
              <a:t>birthday</a:t>
            </a:r>
            <a:r>
              <a:rPr lang="en-US" sz="1100" dirty="0">
                <a:solidFill>
                  <a:srgbClr val="000000"/>
                </a:solidFill>
                <a:latin typeface="Consolas" panose="020B0609020204030204" pitchFamily="49" charset="0"/>
              </a:rPr>
              <a:t> = </a:t>
            </a:r>
            <a:r>
              <a:rPr lang="en-US" sz="1100" dirty="0">
                <a:solidFill>
                  <a:srgbClr val="6A3E3E"/>
                </a:solidFill>
                <a:latin typeface="Consolas" panose="020B0609020204030204" pitchFamily="49" charset="0"/>
              </a:rPr>
              <a:t>birthday</a:t>
            </a:r>
            <a:r>
              <a:rPr lang="en-US" sz="1100" dirty="0">
                <a:solidFill>
                  <a:srgbClr val="000000"/>
                </a:solidFill>
                <a:latin typeface="Consolas" panose="020B0609020204030204" pitchFamily="49" charset="0"/>
              </a:rPr>
              <a:t>;</a:t>
            </a:r>
          </a:p>
          <a:p>
            <a:r>
              <a:rPr lang="en-US" sz="1100" dirty="0">
                <a:solidFill>
                  <a:srgbClr val="000000"/>
                </a:solidFill>
                <a:latin typeface="Consolas" panose="020B0609020204030204" pitchFamily="49" charset="0"/>
              </a:rPr>
              <a:t>}</a:t>
            </a:r>
          </a:p>
          <a:p>
            <a:r>
              <a:rPr lang="en-US" sz="1100" dirty="0">
                <a:solidFill>
                  <a:srgbClr val="000000"/>
                </a:solidFill>
                <a:latin typeface="Consolas" panose="020B0609020204030204" pitchFamily="49" charset="0"/>
              </a:rPr>
              <a:t/>
            </a:r>
            <a:br>
              <a:rPr lang="en-US" sz="1100" dirty="0">
                <a:solidFill>
                  <a:srgbClr val="000000"/>
                </a:solidFill>
                <a:latin typeface="Consolas" panose="020B0609020204030204" pitchFamily="49" charset="0"/>
              </a:rPr>
            </a:br>
            <a:endParaRPr lang="en-US" sz="1100" dirty="0">
              <a:solidFill>
                <a:srgbClr val="000000"/>
              </a:solidFill>
              <a:latin typeface="Consolas" panose="020B0609020204030204" pitchFamily="49" charset="0"/>
            </a:endParaRPr>
          </a:p>
          <a:p>
            <a:r>
              <a:rPr lang="en-US" sz="1100" dirty="0">
                <a:solidFill>
                  <a:srgbClr val="646464"/>
                </a:solidFill>
                <a:latin typeface="Consolas" panose="020B0609020204030204" pitchFamily="49" charset="0"/>
              </a:rPr>
              <a:t>@Override</a:t>
            </a:r>
            <a:endParaRPr lang="en-US" sz="1100" dirty="0">
              <a:solidFill>
                <a:srgbClr val="000000"/>
              </a:solidFill>
              <a:latin typeface="Consolas" panose="020B0609020204030204" pitchFamily="49" charset="0"/>
            </a:endParaRPr>
          </a:p>
          <a:p>
            <a:r>
              <a:rPr lang="en-US" sz="1100" b="1" dirty="0">
                <a:solidFill>
                  <a:srgbClr val="7F0055"/>
                </a:solidFill>
                <a:latin typeface="Consolas" panose="020B0609020204030204" pitchFamily="49" charset="0"/>
              </a:rPr>
              <a:t>public</a:t>
            </a:r>
            <a:r>
              <a:rPr lang="en-US" sz="1100" dirty="0">
                <a:solidFill>
                  <a:srgbClr val="000000"/>
                </a:solidFill>
                <a:latin typeface="Consolas" panose="020B0609020204030204" pitchFamily="49" charset="0"/>
              </a:rPr>
              <a:t> String </a:t>
            </a:r>
            <a:r>
              <a:rPr lang="en-US" sz="1100" dirty="0" err="1">
                <a:solidFill>
                  <a:srgbClr val="000000"/>
                </a:solidFill>
                <a:latin typeface="Consolas" panose="020B0609020204030204" pitchFamily="49" charset="0"/>
              </a:rPr>
              <a:t>toString</a:t>
            </a:r>
            <a:r>
              <a:rPr lang="en-US" sz="1100" dirty="0">
                <a:solidFill>
                  <a:srgbClr val="000000"/>
                </a:solidFill>
                <a:latin typeface="Consolas" panose="020B0609020204030204" pitchFamily="49" charset="0"/>
              </a:rPr>
              <a:t>() {</a:t>
            </a:r>
          </a:p>
          <a:p>
            <a:r>
              <a:rPr lang="en-US" sz="1100" b="1" dirty="0">
                <a:solidFill>
                  <a:srgbClr val="7F0055"/>
                </a:solidFill>
                <a:latin typeface="Consolas" panose="020B0609020204030204" pitchFamily="49" charset="0"/>
              </a:rPr>
              <a:t>return</a:t>
            </a:r>
            <a:r>
              <a:rPr lang="en-US" sz="1100" dirty="0">
                <a:solidFill>
                  <a:srgbClr val="000000"/>
                </a:solidFill>
                <a:latin typeface="Consolas" panose="020B0609020204030204" pitchFamily="49" charset="0"/>
              </a:rPr>
              <a:t> </a:t>
            </a:r>
            <a:r>
              <a:rPr lang="en-US" sz="1100" dirty="0">
                <a:solidFill>
                  <a:srgbClr val="2A00FF"/>
                </a:solidFill>
                <a:latin typeface="Consolas" panose="020B0609020204030204" pitchFamily="49" charset="0"/>
              </a:rPr>
              <a:t>"User [name="</a:t>
            </a:r>
            <a:r>
              <a:rPr lang="en-US" sz="1100" dirty="0">
                <a:solidFill>
                  <a:srgbClr val="000000"/>
                </a:solidFill>
                <a:latin typeface="Consolas" panose="020B0609020204030204" pitchFamily="49" charset="0"/>
              </a:rPr>
              <a:t> + </a:t>
            </a:r>
            <a:r>
              <a:rPr lang="en-US" sz="1100" dirty="0">
                <a:solidFill>
                  <a:srgbClr val="0000C0"/>
                </a:solidFill>
                <a:latin typeface="Consolas" panose="020B0609020204030204" pitchFamily="49" charset="0"/>
              </a:rPr>
              <a:t>name</a:t>
            </a:r>
            <a:r>
              <a:rPr lang="en-US" sz="1100" dirty="0">
                <a:solidFill>
                  <a:srgbClr val="000000"/>
                </a:solidFill>
                <a:latin typeface="Consolas" panose="020B0609020204030204" pitchFamily="49" charset="0"/>
              </a:rPr>
              <a:t> + </a:t>
            </a:r>
            <a:r>
              <a:rPr lang="en-US" sz="1100" dirty="0">
                <a:solidFill>
                  <a:srgbClr val="2A00FF"/>
                </a:solidFill>
                <a:latin typeface="Consolas" panose="020B0609020204030204" pitchFamily="49" charset="0"/>
              </a:rPr>
              <a:t>", email="</a:t>
            </a:r>
            <a:r>
              <a:rPr lang="en-US" sz="1100" dirty="0">
                <a:solidFill>
                  <a:srgbClr val="000000"/>
                </a:solidFill>
                <a:latin typeface="Consolas" panose="020B0609020204030204" pitchFamily="49" charset="0"/>
              </a:rPr>
              <a:t> + </a:t>
            </a:r>
            <a:r>
              <a:rPr lang="en-US" sz="1100" dirty="0">
                <a:solidFill>
                  <a:srgbClr val="0000C0"/>
                </a:solidFill>
                <a:latin typeface="Consolas" panose="020B0609020204030204" pitchFamily="49" charset="0"/>
              </a:rPr>
              <a:t>email</a:t>
            </a:r>
            <a:r>
              <a:rPr lang="en-US" sz="1100" dirty="0">
                <a:solidFill>
                  <a:srgbClr val="000000"/>
                </a:solidFill>
                <a:latin typeface="Consolas" panose="020B0609020204030204" pitchFamily="49" charset="0"/>
              </a:rPr>
              <a:t> + </a:t>
            </a:r>
            <a:r>
              <a:rPr lang="en-US" sz="1100" dirty="0">
                <a:solidFill>
                  <a:srgbClr val="2A00FF"/>
                </a:solidFill>
                <a:latin typeface="Consolas" panose="020B0609020204030204" pitchFamily="49" charset="0"/>
              </a:rPr>
              <a:t>", password="</a:t>
            </a:r>
            <a:r>
              <a:rPr lang="en-US" sz="1100" dirty="0">
                <a:solidFill>
                  <a:srgbClr val="000000"/>
                </a:solidFill>
                <a:latin typeface="Consolas" panose="020B0609020204030204" pitchFamily="49" charset="0"/>
              </a:rPr>
              <a:t> + </a:t>
            </a:r>
            <a:r>
              <a:rPr lang="en-US" sz="1100" dirty="0">
                <a:solidFill>
                  <a:srgbClr val="0000C0"/>
                </a:solidFill>
                <a:latin typeface="Consolas" panose="020B0609020204030204" pitchFamily="49" charset="0"/>
              </a:rPr>
              <a:t>password</a:t>
            </a:r>
            <a:r>
              <a:rPr lang="en-US" sz="1100" dirty="0">
                <a:solidFill>
                  <a:srgbClr val="000000"/>
                </a:solidFill>
                <a:latin typeface="Consolas" panose="020B0609020204030204" pitchFamily="49" charset="0"/>
              </a:rPr>
              <a:t> + </a:t>
            </a:r>
            <a:r>
              <a:rPr lang="en-US" sz="1100" dirty="0">
                <a:solidFill>
                  <a:srgbClr val="2A00FF"/>
                </a:solidFill>
                <a:latin typeface="Consolas" panose="020B0609020204030204" pitchFamily="49" charset="0"/>
              </a:rPr>
              <a:t>", gender="</a:t>
            </a:r>
            <a:r>
              <a:rPr lang="en-US" sz="1100" dirty="0">
                <a:solidFill>
                  <a:srgbClr val="000000"/>
                </a:solidFill>
                <a:latin typeface="Consolas" panose="020B0609020204030204" pitchFamily="49" charset="0"/>
              </a:rPr>
              <a:t> + </a:t>
            </a:r>
            <a:r>
              <a:rPr lang="en-US" sz="1100" dirty="0">
                <a:solidFill>
                  <a:srgbClr val="0000C0"/>
                </a:solidFill>
                <a:latin typeface="Consolas" panose="020B0609020204030204" pitchFamily="49" charset="0"/>
              </a:rPr>
              <a:t>gender</a:t>
            </a:r>
            <a:r>
              <a:rPr lang="en-US" sz="1100" dirty="0">
                <a:solidFill>
                  <a:srgbClr val="000000"/>
                </a:solidFill>
                <a:latin typeface="Consolas" panose="020B0609020204030204" pitchFamily="49" charset="0"/>
              </a:rPr>
              <a:t> + </a:t>
            </a:r>
            <a:r>
              <a:rPr lang="en-US" sz="1100" dirty="0">
                <a:solidFill>
                  <a:srgbClr val="2A00FF"/>
                </a:solidFill>
                <a:latin typeface="Consolas" panose="020B0609020204030204" pitchFamily="49" charset="0"/>
              </a:rPr>
              <a:t>", note="</a:t>
            </a:r>
            <a:endParaRPr lang="en-US" sz="1100" dirty="0">
              <a:solidFill>
                <a:srgbClr val="000000"/>
              </a:solidFill>
              <a:latin typeface="Consolas" panose="020B0609020204030204" pitchFamily="49" charset="0"/>
            </a:endParaRPr>
          </a:p>
          <a:p>
            <a:r>
              <a:rPr lang="en-US" sz="1100" dirty="0">
                <a:solidFill>
                  <a:srgbClr val="000000"/>
                </a:solidFill>
                <a:latin typeface="Consolas" panose="020B0609020204030204" pitchFamily="49" charset="0"/>
              </a:rPr>
              <a:t>+ </a:t>
            </a:r>
            <a:r>
              <a:rPr lang="en-US" sz="1100" dirty="0">
                <a:solidFill>
                  <a:srgbClr val="0000C0"/>
                </a:solidFill>
                <a:latin typeface="Consolas" panose="020B0609020204030204" pitchFamily="49" charset="0"/>
              </a:rPr>
              <a:t>note</a:t>
            </a:r>
            <a:r>
              <a:rPr lang="en-US" sz="1100" dirty="0">
                <a:solidFill>
                  <a:srgbClr val="000000"/>
                </a:solidFill>
                <a:latin typeface="Consolas" panose="020B0609020204030204" pitchFamily="49" charset="0"/>
              </a:rPr>
              <a:t> + </a:t>
            </a:r>
            <a:r>
              <a:rPr lang="en-US" sz="1100" dirty="0">
                <a:solidFill>
                  <a:srgbClr val="2A00FF"/>
                </a:solidFill>
                <a:latin typeface="Consolas" panose="020B0609020204030204" pitchFamily="49" charset="0"/>
              </a:rPr>
              <a:t>", profession="</a:t>
            </a:r>
            <a:r>
              <a:rPr lang="en-US" sz="1100" dirty="0">
                <a:solidFill>
                  <a:srgbClr val="000000"/>
                </a:solidFill>
                <a:latin typeface="Consolas" panose="020B0609020204030204" pitchFamily="49" charset="0"/>
              </a:rPr>
              <a:t> + </a:t>
            </a:r>
            <a:r>
              <a:rPr lang="en-US" sz="1100" dirty="0">
                <a:solidFill>
                  <a:srgbClr val="0000C0"/>
                </a:solidFill>
                <a:latin typeface="Consolas" panose="020B0609020204030204" pitchFamily="49" charset="0"/>
              </a:rPr>
              <a:t>profession</a:t>
            </a:r>
            <a:r>
              <a:rPr lang="en-US" sz="1100" dirty="0">
                <a:solidFill>
                  <a:srgbClr val="000000"/>
                </a:solidFill>
                <a:latin typeface="Consolas" panose="020B0609020204030204" pitchFamily="49" charset="0"/>
              </a:rPr>
              <a:t> + </a:t>
            </a:r>
            <a:r>
              <a:rPr lang="en-US" sz="1100" dirty="0">
                <a:solidFill>
                  <a:srgbClr val="2A00FF"/>
                </a:solidFill>
                <a:latin typeface="Consolas" panose="020B0609020204030204" pitchFamily="49" charset="0"/>
              </a:rPr>
              <a:t>", married="</a:t>
            </a:r>
            <a:r>
              <a:rPr lang="en-US" sz="1100" dirty="0">
                <a:solidFill>
                  <a:srgbClr val="000000"/>
                </a:solidFill>
                <a:latin typeface="Consolas" panose="020B0609020204030204" pitchFamily="49" charset="0"/>
              </a:rPr>
              <a:t> + </a:t>
            </a:r>
            <a:r>
              <a:rPr lang="en-US" sz="1100" dirty="0">
                <a:solidFill>
                  <a:srgbClr val="0000C0"/>
                </a:solidFill>
                <a:latin typeface="Consolas" panose="020B0609020204030204" pitchFamily="49" charset="0"/>
              </a:rPr>
              <a:t>married</a:t>
            </a:r>
            <a:r>
              <a:rPr lang="en-US" sz="1100" dirty="0">
                <a:solidFill>
                  <a:srgbClr val="000000"/>
                </a:solidFill>
                <a:latin typeface="Consolas" panose="020B0609020204030204" pitchFamily="49" charset="0"/>
              </a:rPr>
              <a:t> + </a:t>
            </a:r>
            <a:r>
              <a:rPr lang="en-US" sz="1100" dirty="0">
                <a:solidFill>
                  <a:srgbClr val="2A00FF"/>
                </a:solidFill>
                <a:latin typeface="Consolas" panose="020B0609020204030204" pitchFamily="49" charset="0"/>
              </a:rPr>
              <a:t>", birthday="</a:t>
            </a:r>
            <a:r>
              <a:rPr lang="en-US" sz="1100" dirty="0">
                <a:solidFill>
                  <a:srgbClr val="000000"/>
                </a:solidFill>
                <a:latin typeface="Consolas" panose="020B0609020204030204" pitchFamily="49" charset="0"/>
              </a:rPr>
              <a:t> + </a:t>
            </a:r>
            <a:r>
              <a:rPr lang="en-US" sz="1100" dirty="0">
                <a:solidFill>
                  <a:srgbClr val="0000C0"/>
                </a:solidFill>
                <a:latin typeface="Consolas" panose="020B0609020204030204" pitchFamily="49" charset="0"/>
              </a:rPr>
              <a:t>birthday</a:t>
            </a:r>
            <a:r>
              <a:rPr lang="en-US" sz="1100" dirty="0">
                <a:solidFill>
                  <a:srgbClr val="000000"/>
                </a:solidFill>
                <a:latin typeface="Consolas" panose="020B0609020204030204" pitchFamily="49" charset="0"/>
              </a:rPr>
              <a:t> + </a:t>
            </a:r>
            <a:r>
              <a:rPr lang="en-US" sz="1100" dirty="0">
                <a:solidFill>
                  <a:srgbClr val="2A00FF"/>
                </a:solidFill>
                <a:latin typeface="Consolas" panose="020B0609020204030204" pitchFamily="49" charset="0"/>
              </a:rPr>
              <a:t>"]"</a:t>
            </a:r>
            <a:r>
              <a:rPr lang="en-US" sz="1100" dirty="0">
                <a:solidFill>
                  <a:srgbClr val="000000"/>
                </a:solidFill>
                <a:latin typeface="Consolas" panose="020B0609020204030204" pitchFamily="49" charset="0"/>
              </a:rPr>
              <a:t>;</a:t>
            </a:r>
          </a:p>
          <a:p>
            <a:r>
              <a:rPr lang="en-US" sz="1100" dirty="0">
                <a:solidFill>
                  <a:srgbClr val="000000"/>
                </a:solidFill>
                <a:latin typeface="Consolas" panose="020B0609020204030204" pitchFamily="49" charset="0"/>
              </a:rPr>
              <a:t>}</a:t>
            </a:r>
          </a:p>
          <a:p>
            <a:r>
              <a:rPr lang="en-US" sz="1100" dirty="0">
                <a:solidFill>
                  <a:srgbClr val="000000"/>
                </a:solidFill>
                <a:latin typeface="Consolas" panose="020B0609020204030204" pitchFamily="49" charset="0"/>
              </a:rPr>
              <a:t/>
            </a:r>
            <a:br>
              <a:rPr lang="en-US" sz="1100" dirty="0">
                <a:solidFill>
                  <a:srgbClr val="000000"/>
                </a:solidFill>
                <a:latin typeface="Consolas" panose="020B0609020204030204" pitchFamily="49" charset="0"/>
              </a:rPr>
            </a:br>
            <a:endParaRPr lang="en-US" sz="1100" dirty="0">
              <a:solidFill>
                <a:srgbClr val="000000"/>
              </a:solidFill>
              <a:latin typeface="Consolas" panose="020B0609020204030204" pitchFamily="49" charset="0"/>
            </a:endParaRPr>
          </a:p>
          <a:p>
            <a:r>
              <a:rPr lang="en-US" sz="1100" dirty="0">
                <a:solidFill>
                  <a:srgbClr val="000000"/>
                </a:solidFill>
                <a:latin typeface="Consolas" panose="020B0609020204030204" pitchFamily="49" charset="0"/>
              </a:rPr>
              <a:t>}</a:t>
            </a:r>
          </a:p>
        </p:txBody>
      </p:sp>
    </p:spTree>
    <p:extLst>
      <p:ext uri="{BB962C8B-B14F-4D97-AF65-F5344CB8AC3E}">
        <p14:creationId xmlns:p14="http://schemas.microsoft.com/office/powerpoint/2010/main" val="3870185837"/>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CA17B3E7-0816-C9EA-10A3-7D6463FCF1B6}"/>
              </a:ext>
            </a:extLst>
          </p:cNvPr>
          <p:cNvSpPr/>
          <p:nvPr/>
        </p:nvSpPr>
        <p:spPr>
          <a:xfrm>
            <a:off x="2166938" y="0"/>
            <a:ext cx="7277100" cy="797671"/>
          </a:xfrm>
          <a:prstGeom prst="rect">
            <a:avLst/>
          </a:prstGeom>
          <a:solidFill>
            <a:srgbClr val="7395D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200" dirty="0" smtClean="0">
                <a:solidFill>
                  <a:schemeClr val="tx1"/>
                </a:solidFill>
                <a:latin typeface="Baskerville Old Face" panose="02020602080505020303" pitchFamily="18" charset="0"/>
              </a:rPr>
              <a:t>Controller Class</a:t>
            </a:r>
            <a:endParaRPr lang="en-IN" sz="3200" dirty="0">
              <a:latin typeface="Bookman Old Style" panose="02050604050505020204" pitchFamily="18" charset="0"/>
            </a:endParaRPr>
          </a:p>
        </p:txBody>
      </p:sp>
      <p:pic>
        <p:nvPicPr>
          <p:cNvPr id="8" name="Picture 7">
            <a:extLst>
              <a:ext uri="{FF2B5EF4-FFF2-40B4-BE49-F238E27FC236}">
                <a16:creationId xmlns:a16="http://schemas.microsoft.com/office/drawing/2014/main" id="{9521783E-C584-0B64-E266-16603B17D53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172702" y="0"/>
            <a:ext cx="1881186" cy="906871"/>
          </a:xfrm>
          <a:prstGeom prst="rect">
            <a:avLst/>
          </a:prstGeom>
        </p:spPr>
      </p:pic>
      <p:pic>
        <p:nvPicPr>
          <p:cNvPr id="12" name="Picture 11">
            <a:extLst>
              <a:ext uri="{FF2B5EF4-FFF2-40B4-BE49-F238E27FC236}">
                <a16:creationId xmlns:a16="http://schemas.microsoft.com/office/drawing/2014/main" id="{D80704AD-12EF-9FAD-D8CC-E8D6E9D8A14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42900" y="63176"/>
            <a:ext cx="1095374" cy="797671"/>
          </a:xfrm>
          <a:prstGeom prst="rect">
            <a:avLst/>
          </a:prstGeom>
        </p:spPr>
      </p:pic>
      <p:sp>
        <p:nvSpPr>
          <p:cNvPr id="3" name="Rectangle 2"/>
          <p:cNvSpPr/>
          <p:nvPr/>
        </p:nvSpPr>
        <p:spPr>
          <a:xfrm>
            <a:off x="642937" y="1143000"/>
            <a:ext cx="11082337" cy="5481935"/>
          </a:xfrm>
          <a:prstGeom prst="rect">
            <a:avLst/>
          </a:prstGeom>
        </p:spPr>
        <p:txBody>
          <a:bodyPr wrap="square" numCol="2">
            <a:spAutoFit/>
          </a:bodyPr>
          <a:lstStyle/>
          <a:p>
            <a:r>
              <a:rPr lang="en-US" sz="1400" b="1" dirty="0">
                <a:solidFill>
                  <a:srgbClr val="7F0055"/>
                </a:solidFill>
                <a:latin typeface="Consolas" panose="020B0609020204030204" pitchFamily="49" charset="0"/>
              </a:rPr>
              <a:t>package</a:t>
            </a:r>
            <a:r>
              <a:rPr lang="en-US" sz="1400" dirty="0">
                <a:solidFill>
                  <a:srgbClr val="000000"/>
                </a:solidFill>
                <a:latin typeface="Consolas" panose="020B0609020204030204" pitchFamily="49" charset="0"/>
              </a:rPr>
              <a:t> </a:t>
            </a:r>
            <a:r>
              <a:rPr lang="en-US" sz="1400" dirty="0" err="1">
                <a:solidFill>
                  <a:srgbClr val="000000"/>
                </a:solidFill>
                <a:latin typeface="Consolas" panose="020B0609020204030204" pitchFamily="49" charset="0"/>
              </a:rPr>
              <a:t>com.Gowtham.Mypgm</a:t>
            </a:r>
            <a:r>
              <a:rPr lang="en-US" sz="1400" dirty="0">
                <a:solidFill>
                  <a:srgbClr val="000000"/>
                </a:solidFill>
                <a:latin typeface="Consolas" panose="020B0609020204030204" pitchFamily="49" charset="0"/>
              </a:rPr>
              <a:t>;</a:t>
            </a:r>
          </a:p>
          <a:p>
            <a:r>
              <a:rPr lang="en-US" sz="1400" b="1" dirty="0">
                <a:solidFill>
                  <a:srgbClr val="7F0055"/>
                </a:solidFill>
                <a:latin typeface="Consolas" panose="020B0609020204030204" pitchFamily="49" charset="0"/>
              </a:rPr>
              <a:t>import</a:t>
            </a:r>
            <a:r>
              <a:rPr lang="en-US" sz="1400" dirty="0">
                <a:solidFill>
                  <a:srgbClr val="000000"/>
                </a:solidFill>
                <a:latin typeface="Consolas" panose="020B0609020204030204" pitchFamily="49" charset="0"/>
              </a:rPr>
              <a:t> </a:t>
            </a:r>
            <a:r>
              <a:rPr lang="en-US" sz="1400" dirty="0" err="1">
                <a:solidFill>
                  <a:srgbClr val="000000"/>
                </a:solidFill>
                <a:latin typeface="Consolas" panose="020B0609020204030204" pitchFamily="49" charset="0"/>
              </a:rPr>
              <a:t>java.util.Arrays</a:t>
            </a:r>
            <a:r>
              <a:rPr lang="en-US" sz="1400" dirty="0">
                <a:solidFill>
                  <a:srgbClr val="000000"/>
                </a:solidFill>
                <a:latin typeface="Consolas" panose="020B0609020204030204" pitchFamily="49" charset="0"/>
              </a:rPr>
              <a:t>;</a:t>
            </a:r>
          </a:p>
          <a:p>
            <a:r>
              <a:rPr lang="en-US" sz="1400" b="1" dirty="0">
                <a:solidFill>
                  <a:srgbClr val="7F0055"/>
                </a:solidFill>
                <a:latin typeface="Consolas" panose="020B0609020204030204" pitchFamily="49" charset="0"/>
              </a:rPr>
              <a:t>import</a:t>
            </a:r>
            <a:r>
              <a:rPr lang="en-US" sz="1400" dirty="0">
                <a:solidFill>
                  <a:srgbClr val="000000"/>
                </a:solidFill>
                <a:latin typeface="Consolas" panose="020B0609020204030204" pitchFamily="49" charset="0"/>
              </a:rPr>
              <a:t> </a:t>
            </a:r>
            <a:r>
              <a:rPr lang="en-US" sz="1400" dirty="0" err="1">
                <a:solidFill>
                  <a:srgbClr val="000000"/>
                </a:solidFill>
                <a:latin typeface="Consolas" panose="020B0609020204030204" pitchFamily="49" charset="0"/>
              </a:rPr>
              <a:t>java.util.List</a:t>
            </a:r>
            <a:r>
              <a:rPr lang="en-US" sz="1400" dirty="0">
                <a:solidFill>
                  <a:srgbClr val="000000"/>
                </a:solidFill>
                <a:latin typeface="Consolas" panose="020B0609020204030204" pitchFamily="49" charset="0"/>
              </a:rPr>
              <a:t>;</a:t>
            </a:r>
          </a:p>
          <a:p>
            <a:r>
              <a:rPr lang="en-US" sz="1400" dirty="0">
                <a:solidFill>
                  <a:srgbClr val="000000"/>
                </a:solidFill>
                <a:latin typeface="Consolas" panose="020B0609020204030204" pitchFamily="49" charset="0"/>
              </a:rPr>
              <a:t/>
            </a:r>
            <a:br>
              <a:rPr lang="en-US" sz="1400" dirty="0">
                <a:solidFill>
                  <a:srgbClr val="000000"/>
                </a:solidFill>
                <a:latin typeface="Consolas" panose="020B0609020204030204" pitchFamily="49" charset="0"/>
              </a:rPr>
            </a:br>
            <a:r>
              <a:rPr lang="en-US" sz="1400" b="1" dirty="0" smtClean="0">
                <a:solidFill>
                  <a:srgbClr val="7F0055"/>
                </a:solidFill>
                <a:latin typeface="Consolas" panose="020B0609020204030204" pitchFamily="49" charset="0"/>
              </a:rPr>
              <a:t>import</a:t>
            </a:r>
            <a:r>
              <a:rPr lang="en-US" sz="1400" dirty="0" smtClean="0">
                <a:solidFill>
                  <a:srgbClr val="000000"/>
                </a:solidFill>
                <a:latin typeface="Consolas" panose="020B0609020204030204" pitchFamily="49" charset="0"/>
              </a:rPr>
              <a:t> </a:t>
            </a:r>
            <a:r>
              <a:rPr lang="en-US" sz="1400" dirty="0" err="1">
                <a:solidFill>
                  <a:srgbClr val="000000"/>
                </a:solidFill>
                <a:latin typeface="Consolas" panose="020B0609020204030204" pitchFamily="49" charset="0"/>
              </a:rPr>
              <a:t>org.springframework.stereotype.Controller</a:t>
            </a:r>
            <a:r>
              <a:rPr lang="en-US" sz="1400" dirty="0">
                <a:solidFill>
                  <a:srgbClr val="000000"/>
                </a:solidFill>
                <a:latin typeface="Consolas" panose="020B0609020204030204" pitchFamily="49" charset="0"/>
              </a:rPr>
              <a:t>;</a:t>
            </a:r>
          </a:p>
          <a:p>
            <a:r>
              <a:rPr lang="en-US" sz="1400" b="1" dirty="0">
                <a:solidFill>
                  <a:srgbClr val="7F0055"/>
                </a:solidFill>
                <a:latin typeface="Consolas" panose="020B0609020204030204" pitchFamily="49" charset="0"/>
              </a:rPr>
              <a:t>import</a:t>
            </a:r>
            <a:r>
              <a:rPr lang="en-US" sz="1400" dirty="0">
                <a:solidFill>
                  <a:srgbClr val="000000"/>
                </a:solidFill>
                <a:latin typeface="Consolas" panose="020B0609020204030204" pitchFamily="49" charset="0"/>
              </a:rPr>
              <a:t> </a:t>
            </a:r>
            <a:r>
              <a:rPr lang="en-US" sz="1400" dirty="0" err="1">
                <a:solidFill>
                  <a:srgbClr val="000000"/>
                </a:solidFill>
                <a:latin typeface="Consolas" panose="020B0609020204030204" pitchFamily="49" charset="0"/>
              </a:rPr>
              <a:t>org.springframework.ui.Model</a:t>
            </a:r>
            <a:r>
              <a:rPr lang="en-US" sz="1400" dirty="0">
                <a:solidFill>
                  <a:srgbClr val="000000"/>
                </a:solidFill>
                <a:latin typeface="Consolas" panose="020B0609020204030204" pitchFamily="49" charset="0"/>
              </a:rPr>
              <a:t>;</a:t>
            </a:r>
          </a:p>
          <a:p>
            <a:r>
              <a:rPr lang="en-US" sz="1400" b="1" dirty="0">
                <a:solidFill>
                  <a:srgbClr val="7F0055"/>
                </a:solidFill>
                <a:latin typeface="Consolas" panose="020B0609020204030204" pitchFamily="49" charset="0"/>
              </a:rPr>
              <a:t>import</a:t>
            </a:r>
            <a:r>
              <a:rPr lang="en-US" sz="1400" dirty="0">
                <a:solidFill>
                  <a:srgbClr val="000000"/>
                </a:solidFill>
                <a:latin typeface="Consolas" panose="020B0609020204030204" pitchFamily="49" charset="0"/>
              </a:rPr>
              <a:t> </a:t>
            </a:r>
            <a:r>
              <a:rPr lang="en-US" sz="1400" dirty="0" err="1">
                <a:solidFill>
                  <a:srgbClr val="000000"/>
                </a:solidFill>
                <a:latin typeface="Consolas" panose="020B0609020204030204" pitchFamily="49" charset="0"/>
              </a:rPr>
              <a:t>org.springframework.web.bind.annotation.GetMapping</a:t>
            </a:r>
            <a:r>
              <a:rPr lang="en-US" sz="1400" dirty="0">
                <a:solidFill>
                  <a:srgbClr val="000000"/>
                </a:solidFill>
                <a:latin typeface="Consolas" panose="020B0609020204030204" pitchFamily="49" charset="0"/>
              </a:rPr>
              <a:t>;</a:t>
            </a:r>
          </a:p>
          <a:p>
            <a:r>
              <a:rPr lang="en-US" sz="1400" b="1" dirty="0">
                <a:solidFill>
                  <a:srgbClr val="7F0055"/>
                </a:solidFill>
                <a:latin typeface="Consolas" panose="020B0609020204030204" pitchFamily="49" charset="0"/>
              </a:rPr>
              <a:t>import</a:t>
            </a:r>
            <a:r>
              <a:rPr lang="en-US" sz="1400" dirty="0">
                <a:solidFill>
                  <a:srgbClr val="000000"/>
                </a:solidFill>
                <a:latin typeface="Consolas" panose="020B0609020204030204" pitchFamily="49" charset="0"/>
              </a:rPr>
              <a:t> </a:t>
            </a:r>
            <a:r>
              <a:rPr lang="en-US" sz="1400" dirty="0" err="1">
                <a:solidFill>
                  <a:srgbClr val="000000"/>
                </a:solidFill>
                <a:latin typeface="Consolas" panose="020B0609020204030204" pitchFamily="49" charset="0"/>
              </a:rPr>
              <a:t>org.springframework.web.bind.annotation.ModelAttribute</a:t>
            </a:r>
            <a:r>
              <a:rPr lang="en-US" sz="1400" dirty="0">
                <a:solidFill>
                  <a:srgbClr val="000000"/>
                </a:solidFill>
                <a:latin typeface="Consolas" panose="020B0609020204030204" pitchFamily="49" charset="0"/>
              </a:rPr>
              <a:t>;</a:t>
            </a:r>
          </a:p>
          <a:p>
            <a:r>
              <a:rPr lang="en-US" sz="1400" b="1" dirty="0">
                <a:solidFill>
                  <a:srgbClr val="7F0055"/>
                </a:solidFill>
                <a:latin typeface="Consolas" panose="020B0609020204030204" pitchFamily="49" charset="0"/>
              </a:rPr>
              <a:t>import</a:t>
            </a:r>
            <a:r>
              <a:rPr lang="en-US" sz="1400" dirty="0">
                <a:solidFill>
                  <a:srgbClr val="000000"/>
                </a:solidFill>
                <a:latin typeface="Consolas" panose="020B0609020204030204" pitchFamily="49" charset="0"/>
              </a:rPr>
              <a:t> </a:t>
            </a:r>
            <a:r>
              <a:rPr lang="en-US" sz="1400" dirty="0" err="1">
                <a:solidFill>
                  <a:srgbClr val="000000"/>
                </a:solidFill>
                <a:latin typeface="Consolas" panose="020B0609020204030204" pitchFamily="49" charset="0"/>
              </a:rPr>
              <a:t>org.springframework.web.bind.annotation.PostMapping</a:t>
            </a:r>
            <a:r>
              <a:rPr lang="en-US" sz="1400" dirty="0">
                <a:solidFill>
                  <a:srgbClr val="000000"/>
                </a:solidFill>
                <a:latin typeface="Consolas" panose="020B0609020204030204" pitchFamily="49" charset="0"/>
              </a:rPr>
              <a:t>;</a:t>
            </a:r>
          </a:p>
          <a:p>
            <a:r>
              <a:rPr lang="en-US" sz="1400" dirty="0">
                <a:solidFill>
                  <a:srgbClr val="000000"/>
                </a:solidFill>
                <a:latin typeface="Consolas" panose="020B0609020204030204" pitchFamily="49" charset="0"/>
              </a:rPr>
              <a:t/>
            </a:r>
            <a:br>
              <a:rPr lang="en-US" sz="1400" dirty="0">
                <a:solidFill>
                  <a:srgbClr val="000000"/>
                </a:solidFill>
                <a:latin typeface="Consolas" panose="020B0609020204030204" pitchFamily="49" charset="0"/>
              </a:rPr>
            </a:br>
            <a:endParaRPr lang="en-US" sz="1400" dirty="0" smtClean="0">
              <a:solidFill>
                <a:srgbClr val="000000"/>
              </a:solidFill>
              <a:latin typeface="Consolas" panose="020B0609020204030204" pitchFamily="49" charset="0"/>
            </a:endParaRPr>
          </a:p>
          <a:p>
            <a:endParaRPr lang="en-US" sz="1400" dirty="0">
              <a:solidFill>
                <a:srgbClr val="000000"/>
              </a:solidFill>
              <a:latin typeface="Consolas" panose="020B0609020204030204" pitchFamily="49" charset="0"/>
            </a:endParaRPr>
          </a:p>
          <a:p>
            <a:endParaRPr lang="en-US" sz="1400" dirty="0" smtClean="0">
              <a:solidFill>
                <a:srgbClr val="000000"/>
              </a:solidFill>
              <a:latin typeface="Consolas" panose="020B0609020204030204" pitchFamily="49" charset="0"/>
            </a:endParaRPr>
          </a:p>
          <a:p>
            <a:endParaRPr lang="en-US" sz="1400" dirty="0">
              <a:solidFill>
                <a:srgbClr val="000000"/>
              </a:solidFill>
              <a:latin typeface="Consolas" panose="020B0609020204030204" pitchFamily="49" charset="0"/>
            </a:endParaRPr>
          </a:p>
          <a:p>
            <a:endParaRPr lang="en-US" sz="1400" dirty="0" smtClean="0">
              <a:solidFill>
                <a:srgbClr val="000000"/>
              </a:solidFill>
              <a:latin typeface="Consolas" panose="020B0609020204030204" pitchFamily="49" charset="0"/>
            </a:endParaRPr>
          </a:p>
          <a:p>
            <a:endParaRPr lang="en-US" sz="1400" dirty="0">
              <a:solidFill>
                <a:srgbClr val="000000"/>
              </a:solidFill>
              <a:latin typeface="Consolas" panose="020B0609020204030204" pitchFamily="49" charset="0"/>
            </a:endParaRPr>
          </a:p>
          <a:p>
            <a:endParaRPr lang="en-US" sz="1400" dirty="0" smtClean="0">
              <a:solidFill>
                <a:srgbClr val="000000"/>
              </a:solidFill>
              <a:latin typeface="Consolas" panose="020B0609020204030204" pitchFamily="49" charset="0"/>
            </a:endParaRPr>
          </a:p>
          <a:p>
            <a:endParaRPr lang="en-US" sz="1400" dirty="0">
              <a:solidFill>
                <a:srgbClr val="000000"/>
              </a:solidFill>
              <a:latin typeface="Consolas" panose="020B0609020204030204" pitchFamily="49" charset="0"/>
            </a:endParaRPr>
          </a:p>
          <a:p>
            <a:endParaRPr lang="en-US" sz="1400" dirty="0" smtClean="0">
              <a:solidFill>
                <a:srgbClr val="000000"/>
              </a:solidFill>
              <a:latin typeface="Consolas" panose="020B0609020204030204" pitchFamily="49" charset="0"/>
            </a:endParaRPr>
          </a:p>
          <a:p>
            <a:endParaRPr lang="en-US" sz="1400" dirty="0">
              <a:solidFill>
                <a:srgbClr val="000000"/>
              </a:solidFill>
              <a:latin typeface="Consolas" panose="020B0609020204030204" pitchFamily="49" charset="0"/>
            </a:endParaRPr>
          </a:p>
          <a:p>
            <a:endParaRPr lang="en-US" sz="1400" dirty="0">
              <a:solidFill>
                <a:srgbClr val="000000"/>
              </a:solidFill>
              <a:latin typeface="Consolas" panose="020B0609020204030204" pitchFamily="49" charset="0"/>
            </a:endParaRPr>
          </a:p>
          <a:p>
            <a:endParaRPr lang="en-US" sz="1400" dirty="0" smtClean="0">
              <a:solidFill>
                <a:srgbClr val="646464"/>
              </a:solidFill>
              <a:latin typeface="Consolas" panose="020B0609020204030204" pitchFamily="49" charset="0"/>
            </a:endParaRPr>
          </a:p>
          <a:p>
            <a:r>
              <a:rPr lang="en-US" sz="1400" dirty="0" smtClean="0">
                <a:solidFill>
                  <a:srgbClr val="646464"/>
                </a:solidFill>
                <a:latin typeface="Consolas" panose="020B0609020204030204" pitchFamily="49" charset="0"/>
              </a:rPr>
              <a:t>@</a:t>
            </a:r>
            <a:r>
              <a:rPr lang="en-US" sz="1400" dirty="0">
                <a:solidFill>
                  <a:srgbClr val="646464"/>
                </a:solidFill>
                <a:latin typeface="Consolas" panose="020B0609020204030204" pitchFamily="49" charset="0"/>
              </a:rPr>
              <a:t>Controller</a:t>
            </a:r>
            <a:endParaRPr lang="en-US" sz="1400" dirty="0">
              <a:solidFill>
                <a:srgbClr val="000000"/>
              </a:solidFill>
              <a:latin typeface="Consolas" panose="020B0609020204030204" pitchFamily="49" charset="0"/>
            </a:endParaRPr>
          </a:p>
          <a:p>
            <a:r>
              <a:rPr lang="en-US" sz="1400" b="1" dirty="0">
                <a:solidFill>
                  <a:srgbClr val="7F0055"/>
                </a:solidFill>
                <a:latin typeface="Consolas" panose="020B0609020204030204" pitchFamily="49" charset="0"/>
              </a:rPr>
              <a:t>public</a:t>
            </a:r>
            <a:r>
              <a:rPr lang="en-US" sz="1400" dirty="0">
                <a:solidFill>
                  <a:srgbClr val="000000"/>
                </a:solidFill>
                <a:latin typeface="Consolas" panose="020B0609020204030204" pitchFamily="49" charset="0"/>
              </a:rPr>
              <a:t> </a:t>
            </a:r>
            <a:r>
              <a:rPr lang="en-US" sz="1400" b="1" dirty="0">
                <a:solidFill>
                  <a:srgbClr val="7F0055"/>
                </a:solidFill>
                <a:latin typeface="Consolas" panose="020B0609020204030204" pitchFamily="49" charset="0"/>
              </a:rPr>
              <a:t>class</a:t>
            </a:r>
            <a:r>
              <a:rPr lang="en-US" sz="1400" dirty="0">
                <a:solidFill>
                  <a:srgbClr val="000000"/>
                </a:solidFill>
                <a:latin typeface="Consolas" panose="020B0609020204030204" pitchFamily="49" charset="0"/>
              </a:rPr>
              <a:t> </a:t>
            </a:r>
            <a:r>
              <a:rPr lang="en-US" sz="1400" dirty="0" err="1">
                <a:solidFill>
                  <a:srgbClr val="000000"/>
                </a:solidFill>
                <a:latin typeface="Consolas" panose="020B0609020204030204" pitchFamily="49" charset="0"/>
              </a:rPr>
              <a:t>MainController</a:t>
            </a:r>
            <a:r>
              <a:rPr lang="en-US" sz="1400" dirty="0">
                <a:solidFill>
                  <a:srgbClr val="000000"/>
                </a:solidFill>
                <a:latin typeface="Consolas" panose="020B0609020204030204" pitchFamily="49" charset="0"/>
              </a:rPr>
              <a:t> {</a:t>
            </a:r>
          </a:p>
          <a:p>
            <a:r>
              <a:rPr lang="en-US" sz="1400" dirty="0">
                <a:solidFill>
                  <a:srgbClr val="646464"/>
                </a:solidFill>
                <a:latin typeface="Consolas" panose="020B0609020204030204" pitchFamily="49" charset="0"/>
              </a:rPr>
              <a:t>@</a:t>
            </a:r>
            <a:r>
              <a:rPr lang="en-US" sz="1400" dirty="0" err="1">
                <a:solidFill>
                  <a:srgbClr val="646464"/>
                </a:solidFill>
                <a:latin typeface="Consolas" panose="020B0609020204030204" pitchFamily="49" charset="0"/>
              </a:rPr>
              <a:t>GetMapping</a:t>
            </a:r>
            <a:r>
              <a:rPr lang="en-US" sz="1400" dirty="0">
                <a:solidFill>
                  <a:srgbClr val="000000"/>
                </a:solidFill>
                <a:latin typeface="Consolas" panose="020B0609020204030204" pitchFamily="49" charset="0"/>
              </a:rPr>
              <a:t>(</a:t>
            </a:r>
            <a:r>
              <a:rPr lang="en-US" sz="1400" dirty="0">
                <a:solidFill>
                  <a:srgbClr val="2A00FF"/>
                </a:solidFill>
                <a:latin typeface="Consolas" panose="020B0609020204030204" pitchFamily="49" charset="0"/>
              </a:rPr>
              <a:t>"/register"</a:t>
            </a:r>
            <a:r>
              <a:rPr lang="en-US" sz="1400" dirty="0">
                <a:solidFill>
                  <a:srgbClr val="000000"/>
                </a:solidFill>
                <a:latin typeface="Consolas" panose="020B0609020204030204" pitchFamily="49" charset="0"/>
              </a:rPr>
              <a:t>)</a:t>
            </a:r>
          </a:p>
          <a:p>
            <a:r>
              <a:rPr lang="en-US" sz="1400" b="1" dirty="0">
                <a:solidFill>
                  <a:srgbClr val="7F0055"/>
                </a:solidFill>
                <a:latin typeface="Consolas" panose="020B0609020204030204" pitchFamily="49" charset="0"/>
              </a:rPr>
              <a:t>public</a:t>
            </a:r>
            <a:r>
              <a:rPr lang="en-US" sz="1400" dirty="0">
                <a:solidFill>
                  <a:srgbClr val="000000"/>
                </a:solidFill>
                <a:latin typeface="Consolas" panose="020B0609020204030204" pitchFamily="49" charset="0"/>
              </a:rPr>
              <a:t> String </a:t>
            </a:r>
            <a:r>
              <a:rPr lang="en-US" sz="1400" dirty="0" err="1">
                <a:solidFill>
                  <a:srgbClr val="000000"/>
                </a:solidFill>
                <a:latin typeface="Consolas" panose="020B0609020204030204" pitchFamily="49" charset="0"/>
              </a:rPr>
              <a:t>showForm</a:t>
            </a:r>
            <a:r>
              <a:rPr lang="en-US" sz="1400" dirty="0">
                <a:solidFill>
                  <a:srgbClr val="000000"/>
                </a:solidFill>
                <a:latin typeface="Consolas" panose="020B0609020204030204" pitchFamily="49" charset="0"/>
              </a:rPr>
              <a:t>(Model </a:t>
            </a:r>
            <a:r>
              <a:rPr lang="en-US" sz="1400" dirty="0">
                <a:solidFill>
                  <a:srgbClr val="6A3E3E"/>
                </a:solidFill>
                <a:latin typeface="Consolas" panose="020B0609020204030204" pitchFamily="49" charset="0"/>
              </a:rPr>
              <a:t>model</a:t>
            </a:r>
            <a:r>
              <a:rPr lang="en-US" sz="1400" dirty="0">
                <a:solidFill>
                  <a:srgbClr val="000000"/>
                </a:solidFill>
                <a:latin typeface="Consolas" panose="020B0609020204030204" pitchFamily="49" charset="0"/>
              </a:rPr>
              <a:t>)</a:t>
            </a:r>
          </a:p>
          <a:p>
            <a:r>
              <a:rPr lang="en-US" sz="1400" dirty="0">
                <a:solidFill>
                  <a:srgbClr val="000000"/>
                </a:solidFill>
                <a:latin typeface="Consolas" panose="020B0609020204030204" pitchFamily="49" charset="0"/>
              </a:rPr>
              <a:t>{</a:t>
            </a:r>
          </a:p>
          <a:p>
            <a:r>
              <a:rPr lang="en-US" sz="1400" dirty="0">
                <a:solidFill>
                  <a:srgbClr val="000000"/>
                </a:solidFill>
                <a:latin typeface="Consolas" panose="020B0609020204030204" pitchFamily="49" charset="0"/>
              </a:rPr>
              <a:t>User </a:t>
            </a:r>
            <a:r>
              <a:rPr lang="en-US" sz="1400" dirty="0">
                <a:solidFill>
                  <a:srgbClr val="6A3E3E"/>
                </a:solidFill>
                <a:latin typeface="Consolas" panose="020B0609020204030204" pitchFamily="49" charset="0"/>
              </a:rPr>
              <a:t>user</a:t>
            </a:r>
            <a:r>
              <a:rPr lang="en-US" sz="1400" dirty="0">
                <a:solidFill>
                  <a:srgbClr val="000000"/>
                </a:solidFill>
                <a:latin typeface="Consolas" panose="020B0609020204030204" pitchFamily="49" charset="0"/>
              </a:rPr>
              <a:t>=</a:t>
            </a:r>
            <a:r>
              <a:rPr lang="en-US" sz="1400" b="1" dirty="0">
                <a:solidFill>
                  <a:srgbClr val="7F0055"/>
                </a:solidFill>
                <a:latin typeface="Consolas" panose="020B0609020204030204" pitchFamily="49" charset="0"/>
              </a:rPr>
              <a:t>new</a:t>
            </a:r>
            <a:r>
              <a:rPr lang="en-US" sz="1400" dirty="0">
                <a:solidFill>
                  <a:srgbClr val="000000"/>
                </a:solidFill>
                <a:latin typeface="Consolas" panose="020B0609020204030204" pitchFamily="49" charset="0"/>
              </a:rPr>
              <a:t> User();</a:t>
            </a:r>
          </a:p>
          <a:p>
            <a:r>
              <a:rPr lang="en-US" sz="1400" dirty="0" err="1">
                <a:solidFill>
                  <a:srgbClr val="6A3E3E"/>
                </a:solidFill>
                <a:latin typeface="Consolas" panose="020B0609020204030204" pitchFamily="49" charset="0"/>
              </a:rPr>
              <a:t>model</a:t>
            </a:r>
            <a:r>
              <a:rPr lang="en-US" sz="1400" dirty="0" err="1">
                <a:solidFill>
                  <a:srgbClr val="000000"/>
                </a:solidFill>
                <a:latin typeface="Consolas" panose="020B0609020204030204" pitchFamily="49" charset="0"/>
              </a:rPr>
              <a:t>.addAttribute</a:t>
            </a:r>
            <a:r>
              <a:rPr lang="en-US" sz="1400" dirty="0">
                <a:solidFill>
                  <a:srgbClr val="000000"/>
                </a:solidFill>
                <a:latin typeface="Consolas" panose="020B0609020204030204" pitchFamily="49" charset="0"/>
              </a:rPr>
              <a:t>(</a:t>
            </a:r>
            <a:r>
              <a:rPr lang="en-US" sz="1400" dirty="0">
                <a:solidFill>
                  <a:srgbClr val="2A00FF"/>
                </a:solidFill>
                <a:latin typeface="Consolas" panose="020B0609020204030204" pitchFamily="49" charset="0"/>
              </a:rPr>
              <a:t>"user"</a:t>
            </a:r>
            <a:r>
              <a:rPr lang="en-US" sz="1400" dirty="0">
                <a:solidFill>
                  <a:srgbClr val="000000"/>
                </a:solidFill>
                <a:latin typeface="Consolas" panose="020B0609020204030204" pitchFamily="49" charset="0"/>
              </a:rPr>
              <a:t>, </a:t>
            </a:r>
            <a:r>
              <a:rPr lang="en-US" sz="1400" dirty="0">
                <a:solidFill>
                  <a:srgbClr val="6A3E3E"/>
                </a:solidFill>
                <a:latin typeface="Consolas" panose="020B0609020204030204" pitchFamily="49" charset="0"/>
              </a:rPr>
              <a:t>user</a:t>
            </a:r>
            <a:r>
              <a:rPr lang="en-US" sz="1400" dirty="0">
                <a:solidFill>
                  <a:srgbClr val="000000"/>
                </a:solidFill>
                <a:latin typeface="Consolas" panose="020B0609020204030204" pitchFamily="49" charset="0"/>
              </a:rPr>
              <a:t>);</a:t>
            </a:r>
          </a:p>
          <a:p>
            <a:r>
              <a:rPr lang="en-US" sz="1400" dirty="0">
                <a:solidFill>
                  <a:srgbClr val="000000"/>
                </a:solidFill>
                <a:latin typeface="Consolas" panose="020B0609020204030204" pitchFamily="49" charset="0"/>
              </a:rPr>
              <a:t>List&lt;String&gt; </a:t>
            </a:r>
            <a:r>
              <a:rPr lang="en-US" sz="1400" dirty="0" err="1">
                <a:solidFill>
                  <a:srgbClr val="6A3E3E"/>
                </a:solidFill>
                <a:latin typeface="Consolas" panose="020B0609020204030204" pitchFamily="49" charset="0"/>
              </a:rPr>
              <a:t>professionlist</a:t>
            </a:r>
            <a:r>
              <a:rPr lang="en-US" sz="1400" dirty="0">
                <a:solidFill>
                  <a:srgbClr val="000000"/>
                </a:solidFill>
                <a:latin typeface="Consolas" panose="020B0609020204030204" pitchFamily="49" charset="0"/>
              </a:rPr>
              <a:t>=</a:t>
            </a:r>
            <a:r>
              <a:rPr lang="en-US" sz="1400" dirty="0" err="1">
                <a:solidFill>
                  <a:srgbClr val="000000"/>
                </a:solidFill>
                <a:latin typeface="Consolas" panose="020B0609020204030204" pitchFamily="49" charset="0"/>
              </a:rPr>
              <a:t>Arrays.</a:t>
            </a:r>
            <a:r>
              <a:rPr lang="en-US" sz="1400" i="1" dirty="0" err="1">
                <a:solidFill>
                  <a:srgbClr val="000000"/>
                </a:solidFill>
                <a:latin typeface="Consolas" panose="020B0609020204030204" pitchFamily="49" charset="0"/>
              </a:rPr>
              <a:t>asList</a:t>
            </a:r>
            <a:r>
              <a:rPr lang="en-US" sz="1400" dirty="0">
                <a:solidFill>
                  <a:srgbClr val="000000"/>
                </a:solidFill>
                <a:latin typeface="Consolas" panose="020B0609020204030204" pitchFamily="49" charset="0"/>
              </a:rPr>
              <a:t>(</a:t>
            </a:r>
            <a:r>
              <a:rPr lang="en-US" sz="1400" dirty="0">
                <a:solidFill>
                  <a:srgbClr val="2A00FF"/>
                </a:solidFill>
                <a:latin typeface="Consolas" panose="020B0609020204030204" pitchFamily="49" charset="0"/>
              </a:rPr>
              <a:t>"</a:t>
            </a:r>
            <a:r>
              <a:rPr lang="en-US" sz="1400" dirty="0" err="1">
                <a:solidFill>
                  <a:srgbClr val="2A00FF"/>
                </a:solidFill>
                <a:latin typeface="Consolas" panose="020B0609020204030204" pitchFamily="49" charset="0"/>
              </a:rPr>
              <a:t>developer"</a:t>
            </a:r>
            <a:r>
              <a:rPr lang="en-US" sz="1400" dirty="0" err="1">
                <a:solidFill>
                  <a:srgbClr val="000000"/>
                </a:solidFill>
                <a:latin typeface="Consolas" panose="020B0609020204030204" pitchFamily="49" charset="0"/>
              </a:rPr>
              <a:t>,</a:t>
            </a:r>
            <a:r>
              <a:rPr lang="en-US" sz="1400" dirty="0" err="1">
                <a:solidFill>
                  <a:srgbClr val="2A00FF"/>
                </a:solidFill>
                <a:latin typeface="Consolas" panose="020B0609020204030204" pitchFamily="49" charset="0"/>
              </a:rPr>
              <a:t>"designer"</a:t>
            </a:r>
            <a:r>
              <a:rPr lang="en-US" sz="1400" dirty="0" err="1">
                <a:solidFill>
                  <a:srgbClr val="000000"/>
                </a:solidFill>
                <a:latin typeface="Consolas" panose="020B0609020204030204" pitchFamily="49" charset="0"/>
              </a:rPr>
              <a:t>,</a:t>
            </a:r>
            <a:r>
              <a:rPr lang="en-US" sz="1400" dirty="0" err="1">
                <a:solidFill>
                  <a:srgbClr val="2A00FF"/>
                </a:solidFill>
                <a:latin typeface="Consolas" panose="020B0609020204030204" pitchFamily="49" charset="0"/>
              </a:rPr>
              <a:t>"architect"</a:t>
            </a:r>
            <a:r>
              <a:rPr lang="en-US" sz="1400" dirty="0" err="1">
                <a:solidFill>
                  <a:srgbClr val="000000"/>
                </a:solidFill>
                <a:latin typeface="Consolas" panose="020B0609020204030204" pitchFamily="49" charset="0"/>
              </a:rPr>
              <a:t>,</a:t>
            </a:r>
            <a:r>
              <a:rPr lang="en-US" sz="1400" dirty="0" err="1">
                <a:solidFill>
                  <a:srgbClr val="2A00FF"/>
                </a:solidFill>
                <a:latin typeface="Consolas" panose="020B0609020204030204" pitchFamily="49" charset="0"/>
              </a:rPr>
              <a:t>"tester</a:t>
            </a:r>
            <a:r>
              <a:rPr lang="en-US" sz="1400" dirty="0">
                <a:solidFill>
                  <a:srgbClr val="2A00FF"/>
                </a:solidFill>
                <a:latin typeface="Consolas" panose="020B0609020204030204" pitchFamily="49" charset="0"/>
              </a:rPr>
              <a:t>"</a:t>
            </a:r>
            <a:r>
              <a:rPr lang="en-US" sz="1400" dirty="0">
                <a:solidFill>
                  <a:srgbClr val="000000"/>
                </a:solidFill>
                <a:latin typeface="Consolas" panose="020B0609020204030204" pitchFamily="49" charset="0"/>
              </a:rPr>
              <a:t>);</a:t>
            </a:r>
          </a:p>
          <a:p>
            <a:r>
              <a:rPr lang="en-US" sz="1400" dirty="0" err="1">
                <a:solidFill>
                  <a:srgbClr val="6A3E3E"/>
                </a:solidFill>
                <a:latin typeface="Consolas" panose="020B0609020204030204" pitchFamily="49" charset="0"/>
              </a:rPr>
              <a:t>model</a:t>
            </a:r>
            <a:r>
              <a:rPr lang="en-US" sz="1400" dirty="0" err="1">
                <a:solidFill>
                  <a:srgbClr val="000000"/>
                </a:solidFill>
                <a:latin typeface="Consolas" panose="020B0609020204030204" pitchFamily="49" charset="0"/>
              </a:rPr>
              <a:t>.addAttribute</a:t>
            </a:r>
            <a:r>
              <a:rPr lang="en-US" sz="1400" dirty="0">
                <a:solidFill>
                  <a:srgbClr val="000000"/>
                </a:solidFill>
                <a:latin typeface="Consolas" panose="020B0609020204030204" pitchFamily="49" charset="0"/>
              </a:rPr>
              <a:t>(</a:t>
            </a:r>
            <a:r>
              <a:rPr lang="en-US" sz="1400" dirty="0">
                <a:solidFill>
                  <a:srgbClr val="2A00FF"/>
                </a:solidFill>
                <a:latin typeface="Consolas" panose="020B0609020204030204" pitchFamily="49" charset="0"/>
              </a:rPr>
              <a:t>"</a:t>
            </a:r>
            <a:r>
              <a:rPr lang="en-US" sz="1400" dirty="0" err="1">
                <a:solidFill>
                  <a:srgbClr val="2A00FF"/>
                </a:solidFill>
                <a:latin typeface="Consolas" panose="020B0609020204030204" pitchFamily="49" charset="0"/>
              </a:rPr>
              <a:t>professionlist</a:t>
            </a:r>
            <a:r>
              <a:rPr lang="en-US" sz="1400" dirty="0">
                <a:solidFill>
                  <a:srgbClr val="2A00FF"/>
                </a:solidFill>
                <a:latin typeface="Consolas" panose="020B0609020204030204" pitchFamily="49" charset="0"/>
              </a:rPr>
              <a:t>"</a:t>
            </a:r>
            <a:r>
              <a:rPr lang="en-US" sz="1400" dirty="0">
                <a:solidFill>
                  <a:srgbClr val="000000"/>
                </a:solidFill>
                <a:latin typeface="Consolas" panose="020B0609020204030204" pitchFamily="49" charset="0"/>
              </a:rPr>
              <a:t>,</a:t>
            </a:r>
            <a:r>
              <a:rPr lang="en-US" sz="1400" dirty="0" err="1">
                <a:solidFill>
                  <a:srgbClr val="6A3E3E"/>
                </a:solidFill>
                <a:latin typeface="Consolas" panose="020B0609020204030204" pitchFamily="49" charset="0"/>
              </a:rPr>
              <a:t>professionlist</a:t>
            </a:r>
            <a:r>
              <a:rPr lang="en-US" sz="1400" dirty="0">
                <a:solidFill>
                  <a:srgbClr val="000000"/>
                </a:solidFill>
                <a:latin typeface="Consolas" panose="020B0609020204030204" pitchFamily="49" charset="0"/>
              </a:rPr>
              <a:t>);</a:t>
            </a:r>
          </a:p>
          <a:p>
            <a:r>
              <a:rPr lang="en-US" sz="1400" b="1" dirty="0">
                <a:solidFill>
                  <a:srgbClr val="7F0055"/>
                </a:solidFill>
                <a:latin typeface="Consolas" panose="020B0609020204030204" pitchFamily="49" charset="0"/>
              </a:rPr>
              <a:t>return</a:t>
            </a:r>
            <a:r>
              <a:rPr lang="en-US" sz="1400" dirty="0">
                <a:solidFill>
                  <a:srgbClr val="000000"/>
                </a:solidFill>
                <a:latin typeface="Consolas" panose="020B0609020204030204" pitchFamily="49" charset="0"/>
              </a:rPr>
              <a:t> </a:t>
            </a:r>
            <a:r>
              <a:rPr lang="en-US" sz="1400" dirty="0">
                <a:solidFill>
                  <a:srgbClr val="2A00FF"/>
                </a:solidFill>
                <a:latin typeface="Consolas" panose="020B0609020204030204" pitchFamily="49" charset="0"/>
              </a:rPr>
              <a:t>"</a:t>
            </a:r>
            <a:r>
              <a:rPr lang="en-US" sz="1400" dirty="0" err="1">
                <a:solidFill>
                  <a:srgbClr val="2A00FF"/>
                </a:solidFill>
                <a:latin typeface="Consolas" panose="020B0609020204030204" pitchFamily="49" charset="0"/>
              </a:rPr>
              <a:t>register_form</a:t>
            </a:r>
            <a:r>
              <a:rPr lang="en-US" sz="1400" dirty="0">
                <a:solidFill>
                  <a:srgbClr val="2A00FF"/>
                </a:solidFill>
                <a:latin typeface="Consolas" panose="020B0609020204030204" pitchFamily="49" charset="0"/>
              </a:rPr>
              <a:t>"</a:t>
            </a:r>
            <a:r>
              <a:rPr lang="en-US" sz="1400" dirty="0">
                <a:solidFill>
                  <a:srgbClr val="000000"/>
                </a:solidFill>
                <a:latin typeface="Consolas" panose="020B0609020204030204" pitchFamily="49" charset="0"/>
              </a:rPr>
              <a:t>;</a:t>
            </a:r>
          </a:p>
          <a:p>
            <a:r>
              <a:rPr lang="en-US" sz="1400" dirty="0" smtClean="0">
                <a:solidFill>
                  <a:srgbClr val="000000"/>
                </a:solidFill>
                <a:latin typeface="Consolas" panose="020B0609020204030204" pitchFamily="49" charset="0"/>
              </a:rPr>
              <a:t>}</a:t>
            </a:r>
          </a:p>
          <a:p>
            <a:endParaRPr lang="en-US" sz="1400" dirty="0">
              <a:solidFill>
                <a:srgbClr val="000000"/>
              </a:solidFill>
              <a:latin typeface="Consolas" panose="020B0609020204030204" pitchFamily="49" charset="0"/>
            </a:endParaRPr>
          </a:p>
          <a:p>
            <a:endParaRPr lang="en-US" sz="1400" dirty="0" smtClean="0">
              <a:solidFill>
                <a:srgbClr val="000000"/>
              </a:solidFill>
              <a:latin typeface="Consolas" panose="020B0609020204030204" pitchFamily="49" charset="0"/>
            </a:endParaRPr>
          </a:p>
          <a:p>
            <a:endParaRPr lang="en-US" sz="1400" dirty="0">
              <a:solidFill>
                <a:srgbClr val="000000"/>
              </a:solidFill>
              <a:latin typeface="Consolas" panose="020B0609020204030204" pitchFamily="49" charset="0"/>
            </a:endParaRPr>
          </a:p>
          <a:p>
            <a:r>
              <a:rPr lang="en-US" sz="1400" dirty="0">
                <a:solidFill>
                  <a:srgbClr val="646464"/>
                </a:solidFill>
                <a:latin typeface="Consolas" panose="020B0609020204030204" pitchFamily="49" charset="0"/>
              </a:rPr>
              <a:t>@</a:t>
            </a:r>
            <a:r>
              <a:rPr lang="en-US" sz="1400" dirty="0" err="1">
                <a:solidFill>
                  <a:srgbClr val="646464"/>
                </a:solidFill>
                <a:latin typeface="Consolas" panose="020B0609020204030204" pitchFamily="49" charset="0"/>
              </a:rPr>
              <a:t>PostMapping</a:t>
            </a:r>
            <a:r>
              <a:rPr lang="en-US" sz="1400" dirty="0">
                <a:solidFill>
                  <a:srgbClr val="000000"/>
                </a:solidFill>
                <a:latin typeface="Consolas" panose="020B0609020204030204" pitchFamily="49" charset="0"/>
              </a:rPr>
              <a:t>(</a:t>
            </a:r>
            <a:r>
              <a:rPr lang="en-US" sz="1400" dirty="0">
                <a:solidFill>
                  <a:srgbClr val="2A00FF"/>
                </a:solidFill>
                <a:latin typeface="Consolas" panose="020B0609020204030204" pitchFamily="49" charset="0"/>
              </a:rPr>
              <a:t>"/register"</a:t>
            </a:r>
            <a:r>
              <a:rPr lang="en-US" sz="1400" dirty="0">
                <a:solidFill>
                  <a:srgbClr val="000000"/>
                </a:solidFill>
                <a:latin typeface="Consolas" panose="020B0609020204030204" pitchFamily="49" charset="0"/>
              </a:rPr>
              <a:t>)</a:t>
            </a:r>
          </a:p>
          <a:p>
            <a:r>
              <a:rPr lang="en-US" sz="1400" b="1" dirty="0">
                <a:solidFill>
                  <a:srgbClr val="7F0055"/>
                </a:solidFill>
                <a:latin typeface="Consolas" panose="020B0609020204030204" pitchFamily="49" charset="0"/>
              </a:rPr>
              <a:t>public</a:t>
            </a:r>
            <a:r>
              <a:rPr lang="en-US" sz="1400" dirty="0">
                <a:solidFill>
                  <a:srgbClr val="000000"/>
                </a:solidFill>
                <a:latin typeface="Consolas" panose="020B0609020204030204" pitchFamily="49" charset="0"/>
              </a:rPr>
              <a:t> String </a:t>
            </a:r>
            <a:r>
              <a:rPr lang="en-US" sz="1400" dirty="0" err="1">
                <a:solidFill>
                  <a:srgbClr val="000000"/>
                </a:solidFill>
                <a:latin typeface="Consolas" panose="020B0609020204030204" pitchFamily="49" charset="0"/>
              </a:rPr>
              <a:t>submitForm</a:t>
            </a:r>
            <a:r>
              <a:rPr lang="en-US" sz="1400" dirty="0">
                <a:solidFill>
                  <a:srgbClr val="000000"/>
                </a:solidFill>
                <a:latin typeface="Consolas" panose="020B0609020204030204" pitchFamily="49" charset="0"/>
              </a:rPr>
              <a:t>(</a:t>
            </a:r>
            <a:r>
              <a:rPr lang="en-US" sz="1400" dirty="0">
                <a:solidFill>
                  <a:srgbClr val="646464"/>
                </a:solidFill>
                <a:latin typeface="Consolas" panose="020B0609020204030204" pitchFamily="49" charset="0"/>
              </a:rPr>
              <a:t>@</a:t>
            </a:r>
            <a:r>
              <a:rPr lang="en-US" sz="1400" dirty="0" err="1">
                <a:solidFill>
                  <a:srgbClr val="646464"/>
                </a:solidFill>
                <a:latin typeface="Consolas" panose="020B0609020204030204" pitchFamily="49" charset="0"/>
              </a:rPr>
              <a:t>ModelAttribute</a:t>
            </a:r>
            <a:r>
              <a:rPr lang="en-US" sz="1400" dirty="0">
                <a:solidFill>
                  <a:srgbClr val="000000"/>
                </a:solidFill>
                <a:latin typeface="Consolas" panose="020B0609020204030204" pitchFamily="49" charset="0"/>
              </a:rPr>
              <a:t>(</a:t>
            </a:r>
            <a:r>
              <a:rPr lang="en-US" sz="1400" dirty="0">
                <a:solidFill>
                  <a:srgbClr val="2A00FF"/>
                </a:solidFill>
                <a:latin typeface="Consolas" panose="020B0609020204030204" pitchFamily="49" charset="0"/>
              </a:rPr>
              <a:t>"user"</a:t>
            </a:r>
            <a:r>
              <a:rPr lang="en-US" sz="1400" dirty="0">
                <a:solidFill>
                  <a:srgbClr val="000000"/>
                </a:solidFill>
                <a:latin typeface="Consolas" panose="020B0609020204030204" pitchFamily="49" charset="0"/>
              </a:rPr>
              <a:t>) User </a:t>
            </a:r>
            <a:r>
              <a:rPr lang="en-US" sz="1400" dirty="0">
                <a:solidFill>
                  <a:srgbClr val="6A3E3E"/>
                </a:solidFill>
                <a:latin typeface="Consolas" panose="020B0609020204030204" pitchFamily="49" charset="0"/>
              </a:rPr>
              <a:t>user</a:t>
            </a:r>
            <a:r>
              <a:rPr lang="en-US" sz="1400" dirty="0">
                <a:solidFill>
                  <a:srgbClr val="000000"/>
                </a:solidFill>
                <a:latin typeface="Consolas" panose="020B0609020204030204" pitchFamily="49" charset="0"/>
              </a:rPr>
              <a:t>)</a:t>
            </a:r>
          </a:p>
          <a:p>
            <a:r>
              <a:rPr lang="en-US" sz="1400" dirty="0">
                <a:solidFill>
                  <a:srgbClr val="000000"/>
                </a:solidFill>
                <a:latin typeface="Consolas" panose="020B0609020204030204" pitchFamily="49" charset="0"/>
              </a:rPr>
              <a:t>{</a:t>
            </a:r>
          </a:p>
          <a:p>
            <a:r>
              <a:rPr lang="en-US" sz="1400" dirty="0" err="1">
                <a:solidFill>
                  <a:srgbClr val="000000"/>
                </a:solidFill>
                <a:latin typeface="Consolas" panose="020B0609020204030204" pitchFamily="49" charset="0"/>
              </a:rPr>
              <a:t>System.</a:t>
            </a:r>
            <a:r>
              <a:rPr lang="en-US" sz="1400" b="1" i="1" dirty="0" err="1">
                <a:solidFill>
                  <a:srgbClr val="0000C0"/>
                </a:solidFill>
                <a:latin typeface="Consolas" panose="020B0609020204030204" pitchFamily="49" charset="0"/>
              </a:rPr>
              <a:t>out</a:t>
            </a:r>
            <a:r>
              <a:rPr lang="en-US" sz="1400" dirty="0" err="1">
                <a:solidFill>
                  <a:srgbClr val="000000"/>
                </a:solidFill>
                <a:latin typeface="Consolas" panose="020B0609020204030204" pitchFamily="49" charset="0"/>
              </a:rPr>
              <a:t>.println</a:t>
            </a:r>
            <a:r>
              <a:rPr lang="en-US" sz="1400" dirty="0">
                <a:solidFill>
                  <a:srgbClr val="000000"/>
                </a:solidFill>
                <a:latin typeface="Consolas" panose="020B0609020204030204" pitchFamily="49" charset="0"/>
              </a:rPr>
              <a:t>(</a:t>
            </a:r>
            <a:r>
              <a:rPr lang="en-US" sz="1400" dirty="0">
                <a:solidFill>
                  <a:srgbClr val="6A3E3E"/>
                </a:solidFill>
                <a:latin typeface="Consolas" panose="020B0609020204030204" pitchFamily="49" charset="0"/>
              </a:rPr>
              <a:t>user</a:t>
            </a:r>
            <a:r>
              <a:rPr lang="en-US" sz="1400" dirty="0">
                <a:solidFill>
                  <a:srgbClr val="000000"/>
                </a:solidFill>
                <a:latin typeface="Consolas" panose="020B0609020204030204" pitchFamily="49" charset="0"/>
              </a:rPr>
              <a:t>);</a:t>
            </a:r>
          </a:p>
          <a:p>
            <a:r>
              <a:rPr lang="en-US" sz="1400" b="1" dirty="0">
                <a:solidFill>
                  <a:srgbClr val="7F0055"/>
                </a:solidFill>
                <a:latin typeface="Consolas" panose="020B0609020204030204" pitchFamily="49" charset="0"/>
              </a:rPr>
              <a:t>return</a:t>
            </a:r>
            <a:r>
              <a:rPr lang="en-US" sz="1400" dirty="0">
                <a:solidFill>
                  <a:srgbClr val="000000"/>
                </a:solidFill>
                <a:latin typeface="Consolas" panose="020B0609020204030204" pitchFamily="49" charset="0"/>
              </a:rPr>
              <a:t> </a:t>
            </a:r>
            <a:r>
              <a:rPr lang="en-US" sz="1400" dirty="0">
                <a:solidFill>
                  <a:srgbClr val="2A00FF"/>
                </a:solidFill>
                <a:latin typeface="Consolas" panose="020B0609020204030204" pitchFamily="49" charset="0"/>
              </a:rPr>
              <a:t>"</a:t>
            </a:r>
            <a:r>
              <a:rPr lang="en-US" sz="1400" dirty="0" err="1">
                <a:solidFill>
                  <a:srgbClr val="2A00FF"/>
                </a:solidFill>
                <a:latin typeface="Consolas" panose="020B0609020204030204" pitchFamily="49" charset="0"/>
              </a:rPr>
              <a:t>register_success</a:t>
            </a:r>
            <a:r>
              <a:rPr lang="en-US" sz="1400" dirty="0">
                <a:solidFill>
                  <a:srgbClr val="2A00FF"/>
                </a:solidFill>
                <a:latin typeface="Consolas" panose="020B0609020204030204" pitchFamily="49" charset="0"/>
              </a:rPr>
              <a:t>"</a:t>
            </a:r>
            <a:r>
              <a:rPr lang="en-US" sz="1400" dirty="0">
                <a:solidFill>
                  <a:srgbClr val="000000"/>
                </a:solidFill>
                <a:latin typeface="Consolas" panose="020B0609020204030204" pitchFamily="49" charset="0"/>
              </a:rPr>
              <a:t>;</a:t>
            </a:r>
          </a:p>
          <a:p>
            <a:r>
              <a:rPr lang="en-US" sz="1400" dirty="0">
                <a:solidFill>
                  <a:srgbClr val="000000"/>
                </a:solidFill>
                <a:latin typeface="Consolas" panose="020B0609020204030204" pitchFamily="49" charset="0"/>
              </a:rPr>
              <a:t>}</a:t>
            </a:r>
          </a:p>
          <a:p>
            <a:r>
              <a:rPr lang="en-US" sz="1400" dirty="0">
                <a:solidFill>
                  <a:srgbClr val="000000"/>
                </a:solidFill>
                <a:latin typeface="Consolas" panose="020B0609020204030204" pitchFamily="49" charset="0"/>
              </a:rPr>
              <a:t>}</a:t>
            </a:r>
          </a:p>
        </p:txBody>
      </p:sp>
    </p:spTree>
    <p:extLst>
      <p:ext uri="{BB962C8B-B14F-4D97-AF65-F5344CB8AC3E}">
        <p14:creationId xmlns:p14="http://schemas.microsoft.com/office/powerpoint/2010/main" val="2424165282"/>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CA17B3E7-0816-C9EA-10A3-7D6463FCF1B6}"/>
              </a:ext>
            </a:extLst>
          </p:cNvPr>
          <p:cNvSpPr/>
          <p:nvPr/>
        </p:nvSpPr>
        <p:spPr>
          <a:xfrm>
            <a:off x="2166938" y="0"/>
            <a:ext cx="7277100" cy="797671"/>
          </a:xfrm>
          <a:prstGeom prst="rect">
            <a:avLst/>
          </a:prstGeom>
          <a:solidFill>
            <a:srgbClr val="7395D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200" dirty="0" err="1" smtClean="0">
                <a:solidFill>
                  <a:schemeClr val="tx1"/>
                </a:solidFill>
                <a:latin typeface="Baskerville Old Face" panose="02020602080505020303" pitchFamily="18" charset="0"/>
              </a:rPr>
              <a:t>Thymeleaf</a:t>
            </a:r>
            <a:r>
              <a:rPr lang="en-US" sz="3200" dirty="0" smtClean="0">
                <a:solidFill>
                  <a:schemeClr val="tx1"/>
                </a:solidFill>
                <a:latin typeface="Baskerville Old Face" panose="02020602080505020303" pitchFamily="18" charset="0"/>
              </a:rPr>
              <a:t> register form</a:t>
            </a:r>
            <a:endParaRPr lang="en-IN" sz="3200" dirty="0">
              <a:latin typeface="Bookman Old Style" panose="02050604050505020204" pitchFamily="18" charset="0"/>
            </a:endParaRPr>
          </a:p>
        </p:txBody>
      </p:sp>
      <p:pic>
        <p:nvPicPr>
          <p:cNvPr id="8" name="Picture 7">
            <a:extLst>
              <a:ext uri="{FF2B5EF4-FFF2-40B4-BE49-F238E27FC236}">
                <a16:creationId xmlns:a16="http://schemas.microsoft.com/office/drawing/2014/main" id="{9521783E-C584-0B64-E266-16603B17D53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172702" y="0"/>
            <a:ext cx="1881186" cy="906871"/>
          </a:xfrm>
          <a:prstGeom prst="rect">
            <a:avLst/>
          </a:prstGeom>
        </p:spPr>
      </p:pic>
      <p:pic>
        <p:nvPicPr>
          <p:cNvPr id="12" name="Picture 11">
            <a:extLst>
              <a:ext uri="{FF2B5EF4-FFF2-40B4-BE49-F238E27FC236}">
                <a16:creationId xmlns:a16="http://schemas.microsoft.com/office/drawing/2014/main" id="{D80704AD-12EF-9FAD-D8CC-E8D6E9D8A14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42900" y="63176"/>
            <a:ext cx="1095374" cy="797671"/>
          </a:xfrm>
          <a:prstGeom prst="rect">
            <a:avLst/>
          </a:prstGeom>
        </p:spPr>
      </p:pic>
      <p:sp>
        <p:nvSpPr>
          <p:cNvPr id="13" name="TextBox 12">
            <a:extLst>
              <a:ext uri="{FF2B5EF4-FFF2-40B4-BE49-F238E27FC236}">
                <a16:creationId xmlns:a16="http://schemas.microsoft.com/office/drawing/2014/main" id="{03632241-DE4D-CE6B-25CB-D587DF2F8B29}"/>
              </a:ext>
            </a:extLst>
          </p:cNvPr>
          <p:cNvSpPr txBox="1"/>
          <p:nvPr/>
        </p:nvSpPr>
        <p:spPr>
          <a:xfrm>
            <a:off x="290513" y="741925"/>
            <a:ext cx="11029950" cy="861774"/>
          </a:xfrm>
          <a:prstGeom prst="rect">
            <a:avLst/>
          </a:prstGeom>
          <a:noFill/>
        </p:spPr>
        <p:txBody>
          <a:bodyPr wrap="square" rtlCol="0">
            <a:spAutoFit/>
          </a:bodyPr>
          <a:lstStyle/>
          <a:p>
            <a:pPr>
              <a:lnSpc>
                <a:spcPct val="150000"/>
              </a:lnSpc>
            </a:pPr>
            <a:endParaRPr lang="en-IN" sz="2000" b="1" dirty="0">
              <a:solidFill>
                <a:srgbClr val="C00000"/>
              </a:solidFill>
              <a:latin typeface="Bookman Old Style" panose="02050604050505020204" pitchFamily="18" charset="0"/>
            </a:endParaRPr>
          </a:p>
          <a:p>
            <a:endParaRPr lang="en-IN" sz="2000" dirty="0">
              <a:latin typeface="Bookman Old Style" panose="02050604050505020204" pitchFamily="18" charset="0"/>
            </a:endParaRPr>
          </a:p>
        </p:txBody>
      </p:sp>
      <p:sp>
        <p:nvSpPr>
          <p:cNvPr id="3" name="Rectangle 2"/>
          <p:cNvSpPr/>
          <p:nvPr/>
        </p:nvSpPr>
        <p:spPr>
          <a:xfrm>
            <a:off x="495300" y="1257299"/>
            <a:ext cx="11558588" cy="5419725"/>
          </a:xfrm>
          <a:prstGeom prst="rect">
            <a:avLst/>
          </a:prstGeom>
        </p:spPr>
        <p:txBody>
          <a:bodyPr wrap="square" numCol="2">
            <a:spAutoFit/>
          </a:bodyPr>
          <a:lstStyle/>
          <a:p>
            <a:r>
              <a:rPr lang="en-US" sz="1400" dirty="0">
                <a:solidFill>
                  <a:srgbClr val="008080"/>
                </a:solidFill>
                <a:latin typeface="Consolas" panose="020B0609020204030204" pitchFamily="49" charset="0"/>
              </a:rPr>
              <a:t>&lt;!</a:t>
            </a:r>
            <a:r>
              <a:rPr lang="en-US" sz="1400" dirty="0">
                <a:solidFill>
                  <a:srgbClr val="3F7F7F"/>
                </a:solidFill>
                <a:latin typeface="Consolas" panose="020B0609020204030204" pitchFamily="49" charset="0"/>
              </a:rPr>
              <a:t>DOCTYPE</a:t>
            </a:r>
            <a:r>
              <a:rPr lang="en-US" sz="1400" dirty="0">
                <a:solidFill>
                  <a:srgbClr val="000000"/>
                </a:solidFill>
                <a:latin typeface="Consolas" panose="020B0609020204030204" pitchFamily="49" charset="0"/>
              </a:rPr>
              <a:t> </a:t>
            </a:r>
            <a:r>
              <a:rPr lang="en-US" sz="1400" dirty="0">
                <a:solidFill>
                  <a:srgbClr val="008080"/>
                </a:solidFill>
                <a:latin typeface="Consolas" panose="020B0609020204030204" pitchFamily="49" charset="0"/>
              </a:rPr>
              <a:t>html&gt;</a:t>
            </a:r>
            <a:endParaRPr lang="en-US" sz="1400" dirty="0">
              <a:solidFill>
                <a:srgbClr val="000000"/>
              </a:solidFill>
              <a:latin typeface="Consolas" panose="020B0609020204030204" pitchFamily="49" charset="0"/>
            </a:endParaRPr>
          </a:p>
          <a:p>
            <a:r>
              <a:rPr lang="en-US" sz="1400" dirty="0">
                <a:solidFill>
                  <a:srgbClr val="008080"/>
                </a:solidFill>
                <a:latin typeface="Consolas" panose="020B0609020204030204" pitchFamily="49" charset="0"/>
              </a:rPr>
              <a:t>&lt;</a:t>
            </a:r>
            <a:r>
              <a:rPr lang="en-US" sz="1400" dirty="0">
                <a:solidFill>
                  <a:srgbClr val="3F7F7F"/>
                </a:solidFill>
                <a:latin typeface="Consolas" panose="020B0609020204030204" pitchFamily="49" charset="0"/>
              </a:rPr>
              <a:t>html</a:t>
            </a:r>
            <a:r>
              <a:rPr lang="en-US" sz="1400" dirty="0">
                <a:solidFill>
                  <a:srgbClr val="000000"/>
                </a:solidFill>
                <a:latin typeface="Consolas" panose="020B0609020204030204" pitchFamily="49" charset="0"/>
              </a:rPr>
              <a:t> </a:t>
            </a:r>
            <a:r>
              <a:rPr lang="en-US" sz="1400" dirty="0" err="1">
                <a:solidFill>
                  <a:srgbClr val="7F007F"/>
                </a:solidFill>
                <a:latin typeface="Consolas" panose="020B0609020204030204" pitchFamily="49" charset="0"/>
              </a:rPr>
              <a:t>xmlns:th</a:t>
            </a:r>
            <a:r>
              <a:rPr lang="en-US" sz="1400" dirty="0">
                <a:solidFill>
                  <a:srgbClr val="000000"/>
                </a:solidFill>
                <a:latin typeface="Consolas" panose="020B0609020204030204" pitchFamily="49" charset="0"/>
              </a:rPr>
              <a:t>=</a:t>
            </a:r>
            <a:r>
              <a:rPr lang="en-US" sz="1400" i="1" dirty="0">
                <a:solidFill>
                  <a:srgbClr val="2A00FF"/>
                </a:solidFill>
                <a:latin typeface="Consolas" panose="020B0609020204030204" pitchFamily="49" charset="0"/>
              </a:rPr>
              <a:t>"https://www.thymeleaf.org"</a:t>
            </a:r>
            <a:r>
              <a:rPr lang="en-US" sz="1400" dirty="0">
                <a:solidFill>
                  <a:srgbClr val="008080"/>
                </a:solidFill>
                <a:latin typeface="Consolas" panose="020B0609020204030204" pitchFamily="49" charset="0"/>
              </a:rPr>
              <a:t>&gt;</a:t>
            </a:r>
            <a:endParaRPr lang="en-US" sz="1400" dirty="0">
              <a:solidFill>
                <a:srgbClr val="000000"/>
              </a:solidFill>
              <a:latin typeface="Consolas" panose="020B0609020204030204" pitchFamily="49" charset="0"/>
            </a:endParaRPr>
          </a:p>
          <a:p>
            <a:r>
              <a:rPr lang="en-US" sz="1400" dirty="0">
                <a:solidFill>
                  <a:srgbClr val="008080"/>
                </a:solidFill>
                <a:latin typeface="Consolas" panose="020B0609020204030204" pitchFamily="49" charset="0"/>
              </a:rPr>
              <a:t>&lt;</a:t>
            </a:r>
            <a:r>
              <a:rPr lang="en-US" sz="1400" dirty="0">
                <a:solidFill>
                  <a:srgbClr val="3F7F7F"/>
                </a:solidFill>
                <a:latin typeface="Consolas" panose="020B0609020204030204" pitchFamily="49" charset="0"/>
              </a:rPr>
              <a:t>head</a:t>
            </a:r>
            <a:r>
              <a:rPr lang="en-US" sz="1400" dirty="0">
                <a:solidFill>
                  <a:srgbClr val="008080"/>
                </a:solidFill>
                <a:latin typeface="Consolas" panose="020B0609020204030204" pitchFamily="49" charset="0"/>
              </a:rPr>
              <a:t>&gt;</a:t>
            </a:r>
            <a:endParaRPr lang="en-US" sz="1400" dirty="0">
              <a:solidFill>
                <a:srgbClr val="000000"/>
              </a:solidFill>
              <a:latin typeface="Consolas" panose="020B0609020204030204" pitchFamily="49" charset="0"/>
            </a:endParaRPr>
          </a:p>
          <a:p>
            <a:r>
              <a:rPr lang="en-US" sz="1400" dirty="0">
                <a:solidFill>
                  <a:srgbClr val="008080"/>
                </a:solidFill>
                <a:latin typeface="Consolas" panose="020B0609020204030204" pitchFamily="49" charset="0"/>
              </a:rPr>
              <a:t>&lt;</a:t>
            </a:r>
            <a:r>
              <a:rPr lang="en-US" sz="1400" dirty="0">
                <a:solidFill>
                  <a:srgbClr val="3F7F7F"/>
                </a:solidFill>
                <a:latin typeface="Consolas" panose="020B0609020204030204" pitchFamily="49" charset="0"/>
              </a:rPr>
              <a:t>meta</a:t>
            </a:r>
            <a:r>
              <a:rPr lang="en-US" sz="1400" dirty="0">
                <a:solidFill>
                  <a:srgbClr val="000000"/>
                </a:solidFill>
                <a:latin typeface="Consolas" panose="020B0609020204030204" pitchFamily="49" charset="0"/>
              </a:rPr>
              <a:t> </a:t>
            </a:r>
            <a:r>
              <a:rPr lang="en-US" sz="1400" dirty="0">
                <a:solidFill>
                  <a:srgbClr val="7F007F"/>
                </a:solidFill>
                <a:latin typeface="Consolas" panose="020B0609020204030204" pitchFamily="49" charset="0"/>
              </a:rPr>
              <a:t>charset</a:t>
            </a:r>
            <a:r>
              <a:rPr lang="en-US" sz="1400" dirty="0">
                <a:solidFill>
                  <a:srgbClr val="000000"/>
                </a:solidFill>
                <a:latin typeface="Consolas" panose="020B0609020204030204" pitchFamily="49" charset="0"/>
              </a:rPr>
              <a:t>=</a:t>
            </a:r>
            <a:r>
              <a:rPr lang="en-US" sz="1400" i="1" dirty="0">
                <a:solidFill>
                  <a:srgbClr val="2A00FF"/>
                </a:solidFill>
                <a:latin typeface="Consolas" panose="020B0609020204030204" pitchFamily="49" charset="0"/>
              </a:rPr>
              <a:t>"UTF-8"</a:t>
            </a:r>
            <a:r>
              <a:rPr lang="en-US" sz="1400" dirty="0">
                <a:solidFill>
                  <a:srgbClr val="008080"/>
                </a:solidFill>
                <a:latin typeface="Consolas" panose="020B0609020204030204" pitchFamily="49" charset="0"/>
              </a:rPr>
              <a:t>&gt;</a:t>
            </a:r>
            <a:endParaRPr lang="en-US" sz="1400" dirty="0">
              <a:solidFill>
                <a:srgbClr val="000000"/>
              </a:solidFill>
              <a:latin typeface="Consolas" panose="020B0609020204030204" pitchFamily="49" charset="0"/>
            </a:endParaRPr>
          </a:p>
          <a:p>
            <a:r>
              <a:rPr lang="en-US" sz="1400" dirty="0">
                <a:solidFill>
                  <a:srgbClr val="008080"/>
                </a:solidFill>
                <a:latin typeface="Consolas" panose="020B0609020204030204" pitchFamily="49" charset="0"/>
              </a:rPr>
              <a:t>&lt;</a:t>
            </a:r>
            <a:r>
              <a:rPr lang="en-US" sz="1400" dirty="0">
                <a:solidFill>
                  <a:srgbClr val="3F7F7F"/>
                </a:solidFill>
                <a:latin typeface="Consolas" panose="020B0609020204030204" pitchFamily="49" charset="0"/>
              </a:rPr>
              <a:t>title</a:t>
            </a:r>
            <a:r>
              <a:rPr lang="en-US" sz="1400" dirty="0">
                <a:solidFill>
                  <a:srgbClr val="008080"/>
                </a:solidFill>
                <a:latin typeface="Consolas" panose="020B0609020204030204" pitchFamily="49" charset="0"/>
              </a:rPr>
              <a:t>&gt;</a:t>
            </a:r>
            <a:r>
              <a:rPr lang="en-US" sz="1400" dirty="0">
                <a:solidFill>
                  <a:srgbClr val="000000"/>
                </a:solidFill>
                <a:latin typeface="Consolas" panose="020B0609020204030204" pitchFamily="49" charset="0"/>
              </a:rPr>
              <a:t>user registration</a:t>
            </a:r>
            <a:r>
              <a:rPr lang="en-US" sz="1400" dirty="0">
                <a:solidFill>
                  <a:srgbClr val="008080"/>
                </a:solidFill>
                <a:latin typeface="Consolas" panose="020B0609020204030204" pitchFamily="49" charset="0"/>
              </a:rPr>
              <a:t>&lt;/</a:t>
            </a:r>
            <a:r>
              <a:rPr lang="en-US" sz="1400" dirty="0">
                <a:solidFill>
                  <a:srgbClr val="3F7F7F"/>
                </a:solidFill>
                <a:latin typeface="Consolas" panose="020B0609020204030204" pitchFamily="49" charset="0"/>
              </a:rPr>
              <a:t>title</a:t>
            </a:r>
            <a:r>
              <a:rPr lang="en-US" sz="1400" dirty="0">
                <a:solidFill>
                  <a:srgbClr val="008080"/>
                </a:solidFill>
                <a:latin typeface="Consolas" panose="020B0609020204030204" pitchFamily="49" charset="0"/>
              </a:rPr>
              <a:t>&gt;</a:t>
            </a:r>
            <a:endParaRPr lang="en-US" sz="1400" dirty="0">
              <a:solidFill>
                <a:srgbClr val="000000"/>
              </a:solidFill>
              <a:latin typeface="Consolas" panose="020B0609020204030204" pitchFamily="49" charset="0"/>
            </a:endParaRPr>
          </a:p>
          <a:p>
            <a:r>
              <a:rPr lang="en-US" sz="1400" dirty="0" smtClean="0">
                <a:solidFill>
                  <a:srgbClr val="008080"/>
                </a:solidFill>
                <a:latin typeface="Consolas" panose="020B0609020204030204" pitchFamily="49" charset="0"/>
              </a:rPr>
              <a:t>&lt;/</a:t>
            </a:r>
            <a:r>
              <a:rPr lang="en-US" sz="1400" dirty="0">
                <a:solidFill>
                  <a:srgbClr val="3F7F7F"/>
                </a:solidFill>
                <a:latin typeface="Consolas" panose="020B0609020204030204" pitchFamily="49" charset="0"/>
              </a:rPr>
              <a:t>head</a:t>
            </a:r>
            <a:r>
              <a:rPr lang="en-US" sz="1400" dirty="0">
                <a:solidFill>
                  <a:srgbClr val="008080"/>
                </a:solidFill>
                <a:latin typeface="Consolas" panose="020B0609020204030204" pitchFamily="49" charset="0"/>
              </a:rPr>
              <a:t>&gt;</a:t>
            </a:r>
            <a:endParaRPr lang="en-US" sz="1400" dirty="0">
              <a:solidFill>
                <a:srgbClr val="000000"/>
              </a:solidFill>
              <a:latin typeface="Consolas" panose="020B0609020204030204" pitchFamily="49" charset="0"/>
            </a:endParaRPr>
          </a:p>
          <a:p>
            <a:r>
              <a:rPr lang="en-US" sz="1400" dirty="0">
                <a:solidFill>
                  <a:srgbClr val="008080"/>
                </a:solidFill>
                <a:latin typeface="Consolas" panose="020B0609020204030204" pitchFamily="49" charset="0"/>
              </a:rPr>
              <a:t>&lt;</a:t>
            </a:r>
            <a:r>
              <a:rPr lang="en-US" sz="1400" dirty="0">
                <a:solidFill>
                  <a:srgbClr val="3F7F7F"/>
                </a:solidFill>
                <a:latin typeface="Consolas" panose="020B0609020204030204" pitchFamily="49" charset="0"/>
              </a:rPr>
              <a:t>body</a:t>
            </a:r>
            <a:r>
              <a:rPr lang="en-US" sz="1400" dirty="0">
                <a:solidFill>
                  <a:srgbClr val="008080"/>
                </a:solidFill>
                <a:latin typeface="Consolas" panose="020B0609020204030204" pitchFamily="49" charset="0"/>
              </a:rPr>
              <a:t>&gt;</a:t>
            </a:r>
            <a:endParaRPr lang="en-US" sz="1400" dirty="0">
              <a:solidFill>
                <a:srgbClr val="000000"/>
              </a:solidFill>
              <a:latin typeface="Consolas" panose="020B0609020204030204" pitchFamily="49" charset="0"/>
            </a:endParaRPr>
          </a:p>
          <a:p>
            <a:r>
              <a:rPr lang="en-US" sz="1400" dirty="0">
                <a:solidFill>
                  <a:srgbClr val="008080"/>
                </a:solidFill>
                <a:latin typeface="Consolas" panose="020B0609020204030204" pitchFamily="49" charset="0"/>
              </a:rPr>
              <a:t>&lt;</a:t>
            </a:r>
            <a:r>
              <a:rPr lang="en-US" sz="1400" dirty="0">
                <a:solidFill>
                  <a:srgbClr val="3F7F7F"/>
                </a:solidFill>
                <a:latin typeface="Consolas" panose="020B0609020204030204" pitchFamily="49" charset="0"/>
              </a:rPr>
              <a:t>div</a:t>
            </a:r>
            <a:r>
              <a:rPr lang="en-US" sz="1400" dirty="0">
                <a:solidFill>
                  <a:srgbClr val="000000"/>
                </a:solidFill>
                <a:latin typeface="Consolas" panose="020B0609020204030204" pitchFamily="49" charset="0"/>
              </a:rPr>
              <a:t> </a:t>
            </a:r>
            <a:r>
              <a:rPr lang="en-US" sz="1400" dirty="0">
                <a:solidFill>
                  <a:srgbClr val="7F007F"/>
                </a:solidFill>
                <a:latin typeface="Consolas" panose="020B0609020204030204" pitchFamily="49" charset="0"/>
              </a:rPr>
              <a:t>align</a:t>
            </a:r>
            <a:r>
              <a:rPr lang="en-US" sz="1400" dirty="0">
                <a:solidFill>
                  <a:srgbClr val="000000"/>
                </a:solidFill>
                <a:latin typeface="Consolas" panose="020B0609020204030204" pitchFamily="49" charset="0"/>
              </a:rPr>
              <a:t>=</a:t>
            </a:r>
            <a:r>
              <a:rPr lang="en-US" sz="1400" i="1" dirty="0">
                <a:solidFill>
                  <a:srgbClr val="2A00FF"/>
                </a:solidFill>
                <a:latin typeface="Consolas" panose="020B0609020204030204" pitchFamily="49" charset="0"/>
              </a:rPr>
              <a:t>"center"</a:t>
            </a:r>
            <a:r>
              <a:rPr lang="en-US" sz="1400" dirty="0">
                <a:solidFill>
                  <a:srgbClr val="008080"/>
                </a:solidFill>
                <a:latin typeface="Consolas" panose="020B0609020204030204" pitchFamily="49" charset="0"/>
              </a:rPr>
              <a:t>&gt;</a:t>
            </a:r>
            <a:endParaRPr lang="en-US" sz="1400" dirty="0">
              <a:solidFill>
                <a:srgbClr val="000000"/>
              </a:solidFill>
              <a:latin typeface="Consolas" panose="020B0609020204030204" pitchFamily="49" charset="0"/>
            </a:endParaRPr>
          </a:p>
          <a:p>
            <a:r>
              <a:rPr lang="en-US" sz="1400" dirty="0">
                <a:solidFill>
                  <a:srgbClr val="008080"/>
                </a:solidFill>
                <a:latin typeface="Consolas" panose="020B0609020204030204" pitchFamily="49" charset="0"/>
              </a:rPr>
              <a:t>&lt;</a:t>
            </a:r>
            <a:r>
              <a:rPr lang="en-US" sz="1400" dirty="0">
                <a:solidFill>
                  <a:srgbClr val="3F7F7F"/>
                </a:solidFill>
                <a:latin typeface="Consolas" panose="020B0609020204030204" pitchFamily="49" charset="0"/>
              </a:rPr>
              <a:t>h1</a:t>
            </a:r>
            <a:r>
              <a:rPr lang="en-US" sz="1400" dirty="0">
                <a:solidFill>
                  <a:srgbClr val="008080"/>
                </a:solidFill>
                <a:latin typeface="Consolas" panose="020B0609020204030204" pitchFamily="49" charset="0"/>
              </a:rPr>
              <a:t>&gt;</a:t>
            </a:r>
            <a:r>
              <a:rPr lang="en-US" sz="1400" dirty="0">
                <a:solidFill>
                  <a:srgbClr val="000000"/>
                </a:solidFill>
                <a:latin typeface="Consolas" panose="020B0609020204030204" pitchFamily="49" charset="0"/>
              </a:rPr>
              <a:t>User Registration Form</a:t>
            </a:r>
            <a:r>
              <a:rPr lang="en-US" sz="1400" dirty="0">
                <a:solidFill>
                  <a:srgbClr val="008080"/>
                </a:solidFill>
                <a:latin typeface="Consolas" panose="020B0609020204030204" pitchFamily="49" charset="0"/>
              </a:rPr>
              <a:t>&lt;/</a:t>
            </a:r>
            <a:r>
              <a:rPr lang="en-US" sz="1400" dirty="0">
                <a:solidFill>
                  <a:srgbClr val="3F7F7F"/>
                </a:solidFill>
                <a:latin typeface="Consolas" panose="020B0609020204030204" pitchFamily="49" charset="0"/>
              </a:rPr>
              <a:t>h1</a:t>
            </a:r>
            <a:r>
              <a:rPr lang="en-US" sz="1400" dirty="0">
                <a:solidFill>
                  <a:srgbClr val="008080"/>
                </a:solidFill>
                <a:latin typeface="Consolas" panose="020B0609020204030204" pitchFamily="49" charset="0"/>
              </a:rPr>
              <a:t>&gt;</a:t>
            </a:r>
            <a:endParaRPr lang="en-US" sz="1400" dirty="0">
              <a:solidFill>
                <a:srgbClr val="000000"/>
              </a:solidFill>
              <a:latin typeface="Consolas" panose="020B0609020204030204" pitchFamily="49" charset="0"/>
            </a:endParaRPr>
          </a:p>
          <a:p>
            <a:r>
              <a:rPr lang="en-US" sz="1400" dirty="0">
                <a:solidFill>
                  <a:srgbClr val="008080"/>
                </a:solidFill>
                <a:latin typeface="Consolas" panose="020B0609020204030204" pitchFamily="49" charset="0"/>
              </a:rPr>
              <a:t>&lt;</a:t>
            </a:r>
            <a:r>
              <a:rPr lang="en-US" sz="1400" dirty="0">
                <a:solidFill>
                  <a:srgbClr val="3F7F7F"/>
                </a:solidFill>
                <a:latin typeface="Consolas" panose="020B0609020204030204" pitchFamily="49" charset="0"/>
              </a:rPr>
              <a:t>form</a:t>
            </a:r>
            <a:r>
              <a:rPr lang="en-US" sz="1400" dirty="0">
                <a:solidFill>
                  <a:srgbClr val="000000"/>
                </a:solidFill>
                <a:latin typeface="Consolas" panose="020B0609020204030204" pitchFamily="49" charset="0"/>
              </a:rPr>
              <a:t> </a:t>
            </a:r>
            <a:r>
              <a:rPr lang="en-US" sz="1400" dirty="0">
                <a:solidFill>
                  <a:srgbClr val="7F007F"/>
                </a:solidFill>
                <a:latin typeface="Consolas" panose="020B0609020204030204" pitchFamily="49" charset="0"/>
              </a:rPr>
              <a:t>action</a:t>
            </a:r>
            <a:r>
              <a:rPr lang="en-US" sz="1400" dirty="0">
                <a:solidFill>
                  <a:srgbClr val="000000"/>
                </a:solidFill>
                <a:latin typeface="Consolas" panose="020B0609020204030204" pitchFamily="49" charset="0"/>
              </a:rPr>
              <a:t>=</a:t>
            </a:r>
            <a:r>
              <a:rPr lang="en-US" sz="1400" i="1" dirty="0">
                <a:solidFill>
                  <a:srgbClr val="2A00FF"/>
                </a:solidFill>
                <a:latin typeface="Consolas" panose="020B0609020204030204" pitchFamily="49" charset="0"/>
              </a:rPr>
              <a:t>"#"</a:t>
            </a:r>
            <a:r>
              <a:rPr lang="en-US" sz="1400" dirty="0">
                <a:solidFill>
                  <a:srgbClr val="000000"/>
                </a:solidFill>
                <a:latin typeface="Consolas" panose="020B0609020204030204" pitchFamily="49" charset="0"/>
              </a:rPr>
              <a:t> </a:t>
            </a:r>
            <a:r>
              <a:rPr lang="en-US" sz="1400" dirty="0" err="1">
                <a:solidFill>
                  <a:srgbClr val="7F007F"/>
                </a:solidFill>
                <a:latin typeface="Consolas" panose="020B0609020204030204" pitchFamily="49" charset="0"/>
              </a:rPr>
              <a:t>th:action</a:t>
            </a:r>
            <a:r>
              <a:rPr lang="en-US" sz="1400" dirty="0">
                <a:solidFill>
                  <a:srgbClr val="000000"/>
                </a:solidFill>
                <a:latin typeface="Consolas" panose="020B0609020204030204" pitchFamily="49" charset="0"/>
              </a:rPr>
              <a:t>=</a:t>
            </a:r>
            <a:r>
              <a:rPr lang="en-US" sz="1400" i="1" dirty="0">
                <a:solidFill>
                  <a:srgbClr val="2A00FF"/>
                </a:solidFill>
                <a:latin typeface="Consolas" panose="020B0609020204030204" pitchFamily="49" charset="0"/>
              </a:rPr>
              <a:t>"@{/register}"</a:t>
            </a:r>
            <a:r>
              <a:rPr lang="en-US" sz="1400" dirty="0">
                <a:solidFill>
                  <a:srgbClr val="000000"/>
                </a:solidFill>
                <a:latin typeface="Consolas" panose="020B0609020204030204" pitchFamily="49" charset="0"/>
              </a:rPr>
              <a:t> </a:t>
            </a:r>
            <a:r>
              <a:rPr lang="en-US" sz="1400" dirty="0" err="1">
                <a:solidFill>
                  <a:srgbClr val="7F007F"/>
                </a:solidFill>
                <a:latin typeface="Consolas" panose="020B0609020204030204" pitchFamily="49" charset="0"/>
              </a:rPr>
              <a:t>th:object</a:t>
            </a:r>
            <a:r>
              <a:rPr lang="en-US" sz="1400" dirty="0">
                <a:solidFill>
                  <a:srgbClr val="000000"/>
                </a:solidFill>
                <a:latin typeface="Consolas" panose="020B0609020204030204" pitchFamily="49" charset="0"/>
              </a:rPr>
              <a:t>=</a:t>
            </a:r>
            <a:r>
              <a:rPr lang="en-US" sz="1400" i="1" dirty="0">
                <a:solidFill>
                  <a:srgbClr val="2A00FF"/>
                </a:solidFill>
                <a:latin typeface="Consolas" panose="020B0609020204030204" pitchFamily="49" charset="0"/>
              </a:rPr>
              <a:t>"${user}"</a:t>
            </a:r>
            <a:r>
              <a:rPr lang="en-US" sz="1400" dirty="0">
                <a:solidFill>
                  <a:srgbClr val="000000"/>
                </a:solidFill>
                <a:latin typeface="Consolas" panose="020B0609020204030204" pitchFamily="49" charset="0"/>
              </a:rPr>
              <a:t> </a:t>
            </a:r>
            <a:r>
              <a:rPr lang="en-US" sz="1400" dirty="0">
                <a:solidFill>
                  <a:srgbClr val="7F007F"/>
                </a:solidFill>
                <a:latin typeface="Consolas" panose="020B0609020204030204" pitchFamily="49" charset="0"/>
              </a:rPr>
              <a:t>method</a:t>
            </a:r>
            <a:r>
              <a:rPr lang="en-US" sz="1400" dirty="0">
                <a:solidFill>
                  <a:srgbClr val="000000"/>
                </a:solidFill>
                <a:latin typeface="Consolas" panose="020B0609020204030204" pitchFamily="49" charset="0"/>
              </a:rPr>
              <a:t>=</a:t>
            </a:r>
            <a:r>
              <a:rPr lang="en-US" sz="1400" i="1" dirty="0">
                <a:solidFill>
                  <a:srgbClr val="2A00FF"/>
                </a:solidFill>
                <a:latin typeface="Consolas" panose="020B0609020204030204" pitchFamily="49" charset="0"/>
              </a:rPr>
              <a:t>"post"</a:t>
            </a:r>
            <a:r>
              <a:rPr lang="en-US" sz="1400" dirty="0">
                <a:solidFill>
                  <a:srgbClr val="008080"/>
                </a:solidFill>
                <a:latin typeface="Consolas" panose="020B0609020204030204" pitchFamily="49" charset="0"/>
              </a:rPr>
              <a:t>&gt;</a:t>
            </a:r>
            <a:endParaRPr lang="en-US" sz="1400" dirty="0">
              <a:solidFill>
                <a:srgbClr val="000000"/>
              </a:solidFill>
              <a:latin typeface="Consolas" panose="020B0609020204030204" pitchFamily="49" charset="0"/>
            </a:endParaRPr>
          </a:p>
          <a:p>
            <a:r>
              <a:rPr lang="en-US" sz="1400" dirty="0">
                <a:solidFill>
                  <a:srgbClr val="008080"/>
                </a:solidFill>
                <a:latin typeface="Consolas" panose="020B0609020204030204" pitchFamily="49" charset="0"/>
              </a:rPr>
              <a:t>&lt;</a:t>
            </a:r>
            <a:r>
              <a:rPr lang="en-US" sz="1400" dirty="0">
                <a:solidFill>
                  <a:srgbClr val="3F7F7F"/>
                </a:solidFill>
                <a:latin typeface="Consolas" panose="020B0609020204030204" pitchFamily="49" charset="0"/>
              </a:rPr>
              <a:t>label</a:t>
            </a:r>
            <a:r>
              <a:rPr lang="en-US" sz="1400" dirty="0">
                <a:solidFill>
                  <a:srgbClr val="008080"/>
                </a:solidFill>
                <a:latin typeface="Consolas" panose="020B0609020204030204" pitchFamily="49" charset="0"/>
              </a:rPr>
              <a:t>&gt;</a:t>
            </a:r>
            <a:r>
              <a:rPr lang="en-US" sz="1400" dirty="0">
                <a:solidFill>
                  <a:srgbClr val="000000"/>
                </a:solidFill>
                <a:latin typeface="Consolas" panose="020B0609020204030204" pitchFamily="49" charset="0"/>
              </a:rPr>
              <a:t>Full Name:</a:t>
            </a:r>
            <a:r>
              <a:rPr lang="en-US" sz="1400" dirty="0">
                <a:solidFill>
                  <a:srgbClr val="008080"/>
                </a:solidFill>
                <a:latin typeface="Consolas" panose="020B0609020204030204" pitchFamily="49" charset="0"/>
              </a:rPr>
              <a:t>&lt;/</a:t>
            </a:r>
            <a:r>
              <a:rPr lang="en-US" sz="1400" dirty="0">
                <a:solidFill>
                  <a:srgbClr val="3F7F7F"/>
                </a:solidFill>
                <a:latin typeface="Consolas" panose="020B0609020204030204" pitchFamily="49" charset="0"/>
              </a:rPr>
              <a:t>label</a:t>
            </a:r>
            <a:r>
              <a:rPr lang="en-US" sz="1400" dirty="0">
                <a:solidFill>
                  <a:srgbClr val="008080"/>
                </a:solidFill>
                <a:latin typeface="Consolas" panose="020B0609020204030204" pitchFamily="49" charset="0"/>
              </a:rPr>
              <a:t>&gt;</a:t>
            </a:r>
            <a:endParaRPr lang="en-US" sz="1400" dirty="0">
              <a:solidFill>
                <a:srgbClr val="000000"/>
              </a:solidFill>
              <a:latin typeface="Consolas" panose="020B0609020204030204" pitchFamily="49" charset="0"/>
            </a:endParaRPr>
          </a:p>
          <a:p>
            <a:r>
              <a:rPr lang="en-US" sz="1400" dirty="0">
                <a:solidFill>
                  <a:srgbClr val="008080"/>
                </a:solidFill>
                <a:latin typeface="Consolas" panose="020B0609020204030204" pitchFamily="49" charset="0"/>
              </a:rPr>
              <a:t>&lt;</a:t>
            </a:r>
            <a:r>
              <a:rPr lang="en-US" sz="1400" dirty="0">
                <a:solidFill>
                  <a:srgbClr val="3F7F7F"/>
                </a:solidFill>
                <a:latin typeface="Consolas" panose="020B0609020204030204" pitchFamily="49" charset="0"/>
              </a:rPr>
              <a:t>input</a:t>
            </a:r>
            <a:r>
              <a:rPr lang="en-US" sz="1400" dirty="0">
                <a:solidFill>
                  <a:srgbClr val="000000"/>
                </a:solidFill>
                <a:latin typeface="Consolas" panose="020B0609020204030204" pitchFamily="49" charset="0"/>
              </a:rPr>
              <a:t> </a:t>
            </a:r>
            <a:r>
              <a:rPr lang="en-US" sz="1400" dirty="0">
                <a:solidFill>
                  <a:srgbClr val="7F007F"/>
                </a:solidFill>
                <a:latin typeface="Consolas" panose="020B0609020204030204" pitchFamily="49" charset="0"/>
              </a:rPr>
              <a:t>type</a:t>
            </a:r>
            <a:r>
              <a:rPr lang="en-US" sz="1400" dirty="0">
                <a:solidFill>
                  <a:srgbClr val="000000"/>
                </a:solidFill>
                <a:latin typeface="Consolas" panose="020B0609020204030204" pitchFamily="49" charset="0"/>
              </a:rPr>
              <a:t>=</a:t>
            </a:r>
            <a:r>
              <a:rPr lang="en-US" sz="1400" i="1" dirty="0">
                <a:solidFill>
                  <a:srgbClr val="2A00FF"/>
                </a:solidFill>
                <a:latin typeface="Consolas" panose="020B0609020204030204" pitchFamily="49" charset="0"/>
              </a:rPr>
              <a:t>"text"</a:t>
            </a:r>
            <a:r>
              <a:rPr lang="en-US" sz="1400" dirty="0">
                <a:solidFill>
                  <a:srgbClr val="000000"/>
                </a:solidFill>
                <a:latin typeface="Consolas" panose="020B0609020204030204" pitchFamily="49" charset="0"/>
              </a:rPr>
              <a:t> </a:t>
            </a:r>
            <a:r>
              <a:rPr lang="en-US" sz="1400" dirty="0" err="1">
                <a:solidFill>
                  <a:srgbClr val="7F007F"/>
                </a:solidFill>
                <a:latin typeface="Consolas" panose="020B0609020204030204" pitchFamily="49" charset="0"/>
              </a:rPr>
              <a:t>th:field</a:t>
            </a:r>
            <a:r>
              <a:rPr lang="en-US" sz="1400" dirty="0">
                <a:solidFill>
                  <a:srgbClr val="000000"/>
                </a:solidFill>
                <a:latin typeface="Consolas" panose="020B0609020204030204" pitchFamily="49" charset="0"/>
              </a:rPr>
              <a:t>=</a:t>
            </a:r>
            <a:r>
              <a:rPr lang="en-US" sz="1400" i="1" dirty="0">
                <a:solidFill>
                  <a:srgbClr val="2A00FF"/>
                </a:solidFill>
                <a:latin typeface="Consolas" panose="020B0609020204030204" pitchFamily="49" charset="0"/>
              </a:rPr>
              <a:t>"*{name}"</a:t>
            </a:r>
            <a:r>
              <a:rPr lang="en-US" sz="1400" dirty="0">
                <a:solidFill>
                  <a:srgbClr val="008080"/>
                </a:solidFill>
                <a:latin typeface="Consolas" panose="020B0609020204030204" pitchFamily="49" charset="0"/>
              </a:rPr>
              <a:t>&gt;</a:t>
            </a:r>
            <a:endParaRPr lang="en-US" sz="1400" dirty="0">
              <a:solidFill>
                <a:srgbClr val="000000"/>
              </a:solidFill>
              <a:latin typeface="Consolas" panose="020B0609020204030204" pitchFamily="49" charset="0"/>
            </a:endParaRPr>
          </a:p>
          <a:p>
            <a:r>
              <a:rPr lang="en-US" sz="1400" dirty="0">
                <a:solidFill>
                  <a:srgbClr val="008080"/>
                </a:solidFill>
                <a:latin typeface="Consolas" panose="020B0609020204030204" pitchFamily="49" charset="0"/>
              </a:rPr>
              <a:t>&lt;</a:t>
            </a:r>
            <a:r>
              <a:rPr lang="en-US" sz="1400" dirty="0" err="1">
                <a:solidFill>
                  <a:srgbClr val="3F7F7F"/>
                </a:solidFill>
                <a:latin typeface="Consolas" panose="020B0609020204030204" pitchFamily="49" charset="0"/>
              </a:rPr>
              <a:t>br</a:t>
            </a:r>
            <a:r>
              <a:rPr lang="en-US" sz="1400" dirty="0">
                <a:solidFill>
                  <a:srgbClr val="008080"/>
                </a:solidFill>
                <a:latin typeface="Consolas" panose="020B0609020204030204" pitchFamily="49" charset="0"/>
              </a:rPr>
              <a:t>/&gt;</a:t>
            </a:r>
            <a:endParaRPr lang="en-US" sz="1400" dirty="0">
              <a:solidFill>
                <a:srgbClr val="000000"/>
              </a:solidFill>
              <a:latin typeface="Consolas" panose="020B0609020204030204" pitchFamily="49" charset="0"/>
            </a:endParaRPr>
          </a:p>
          <a:p>
            <a:r>
              <a:rPr lang="en-US" sz="1400" dirty="0">
                <a:solidFill>
                  <a:srgbClr val="008080"/>
                </a:solidFill>
                <a:latin typeface="Consolas" panose="020B0609020204030204" pitchFamily="49" charset="0"/>
              </a:rPr>
              <a:t>&lt;</a:t>
            </a:r>
            <a:r>
              <a:rPr lang="en-US" sz="1400" dirty="0">
                <a:solidFill>
                  <a:srgbClr val="3F7F7F"/>
                </a:solidFill>
                <a:latin typeface="Consolas" panose="020B0609020204030204" pitchFamily="49" charset="0"/>
              </a:rPr>
              <a:t>label</a:t>
            </a:r>
            <a:r>
              <a:rPr lang="en-US" sz="1400" dirty="0">
                <a:solidFill>
                  <a:srgbClr val="008080"/>
                </a:solidFill>
                <a:latin typeface="Consolas" panose="020B0609020204030204" pitchFamily="49" charset="0"/>
              </a:rPr>
              <a:t>&gt;</a:t>
            </a:r>
            <a:r>
              <a:rPr lang="en-US" sz="1400" dirty="0">
                <a:solidFill>
                  <a:srgbClr val="000000"/>
                </a:solidFill>
                <a:latin typeface="Consolas" panose="020B0609020204030204" pitchFamily="49" charset="0"/>
              </a:rPr>
              <a:t>Email:</a:t>
            </a:r>
            <a:r>
              <a:rPr lang="en-US" sz="1400" dirty="0">
                <a:solidFill>
                  <a:srgbClr val="008080"/>
                </a:solidFill>
                <a:latin typeface="Consolas" panose="020B0609020204030204" pitchFamily="49" charset="0"/>
              </a:rPr>
              <a:t>&lt;/</a:t>
            </a:r>
            <a:r>
              <a:rPr lang="en-US" sz="1400" dirty="0">
                <a:solidFill>
                  <a:srgbClr val="3F7F7F"/>
                </a:solidFill>
                <a:latin typeface="Consolas" panose="020B0609020204030204" pitchFamily="49" charset="0"/>
              </a:rPr>
              <a:t>label</a:t>
            </a:r>
            <a:r>
              <a:rPr lang="en-US" sz="1400" dirty="0">
                <a:solidFill>
                  <a:srgbClr val="008080"/>
                </a:solidFill>
                <a:latin typeface="Consolas" panose="020B0609020204030204" pitchFamily="49" charset="0"/>
              </a:rPr>
              <a:t>&gt;</a:t>
            </a:r>
            <a:endParaRPr lang="en-US" sz="1400" dirty="0">
              <a:solidFill>
                <a:srgbClr val="000000"/>
              </a:solidFill>
              <a:latin typeface="Consolas" panose="020B0609020204030204" pitchFamily="49" charset="0"/>
            </a:endParaRPr>
          </a:p>
          <a:p>
            <a:r>
              <a:rPr lang="en-US" sz="1400" dirty="0">
                <a:solidFill>
                  <a:srgbClr val="008080"/>
                </a:solidFill>
                <a:latin typeface="Consolas" panose="020B0609020204030204" pitchFamily="49" charset="0"/>
              </a:rPr>
              <a:t>&lt;</a:t>
            </a:r>
            <a:r>
              <a:rPr lang="en-US" sz="1400" dirty="0">
                <a:solidFill>
                  <a:srgbClr val="3F7F7F"/>
                </a:solidFill>
                <a:latin typeface="Consolas" panose="020B0609020204030204" pitchFamily="49" charset="0"/>
              </a:rPr>
              <a:t>input</a:t>
            </a:r>
            <a:r>
              <a:rPr lang="en-US" sz="1400" dirty="0">
                <a:solidFill>
                  <a:srgbClr val="000000"/>
                </a:solidFill>
                <a:latin typeface="Consolas" panose="020B0609020204030204" pitchFamily="49" charset="0"/>
              </a:rPr>
              <a:t> </a:t>
            </a:r>
            <a:r>
              <a:rPr lang="en-US" sz="1400" dirty="0">
                <a:solidFill>
                  <a:srgbClr val="7F007F"/>
                </a:solidFill>
                <a:latin typeface="Consolas" panose="020B0609020204030204" pitchFamily="49" charset="0"/>
              </a:rPr>
              <a:t>type</a:t>
            </a:r>
            <a:r>
              <a:rPr lang="en-US" sz="1400" dirty="0">
                <a:solidFill>
                  <a:srgbClr val="000000"/>
                </a:solidFill>
                <a:latin typeface="Consolas" panose="020B0609020204030204" pitchFamily="49" charset="0"/>
              </a:rPr>
              <a:t>=</a:t>
            </a:r>
            <a:r>
              <a:rPr lang="en-US" sz="1400" i="1" dirty="0">
                <a:solidFill>
                  <a:srgbClr val="2A00FF"/>
                </a:solidFill>
                <a:latin typeface="Consolas" panose="020B0609020204030204" pitchFamily="49" charset="0"/>
              </a:rPr>
              <a:t>"text"</a:t>
            </a:r>
            <a:r>
              <a:rPr lang="en-US" sz="1400" dirty="0">
                <a:solidFill>
                  <a:srgbClr val="000000"/>
                </a:solidFill>
                <a:latin typeface="Consolas" panose="020B0609020204030204" pitchFamily="49" charset="0"/>
              </a:rPr>
              <a:t> </a:t>
            </a:r>
            <a:r>
              <a:rPr lang="en-US" sz="1400" dirty="0" err="1">
                <a:solidFill>
                  <a:srgbClr val="7F007F"/>
                </a:solidFill>
                <a:latin typeface="Consolas" panose="020B0609020204030204" pitchFamily="49" charset="0"/>
              </a:rPr>
              <a:t>th:field</a:t>
            </a:r>
            <a:r>
              <a:rPr lang="en-US" sz="1400" dirty="0">
                <a:solidFill>
                  <a:srgbClr val="000000"/>
                </a:solidFill>
                <a:latin typeface="Consolas" panose="020B0609020204030204" pitchFamily="49" charset="0"/>
              </a:rPr>
              <a:t>=</a:t>
            </a:r>
            <a:r>
              <a:rPr lang="en-US" sz="1400" i="1" dirty="0">
                <a:solidFill>
                  <a:srgbClr val="2A00FF"/>
                </a:solidFill>
                <a:latin typeface="Consolas" panose="020B0609020204030204" pitchFamily="49" charset="0"/>
              </a:rPr>
              <a:t>"*{email}"</a:t>
            </a:r>
            <a:r>
              <a:rPr lang="en-US" sz="1400" dirty="0">
                <a:solidFill>
                  <a:srgbClr val="008080"/>
                </a:solidFill>
                <a:latin typeface="Consolas" panose="020B0609020204030204" pitchFamily="49" charset="0"/>
              </a:rPr>
              <a:t>&gt;</a:t>
            </a:r>
            <a:endParaRPr lang="en-US" sz="1400" dirty="0">
              <a:solidFill>
                <a:srgbClr val="000000"/>
              </a:solidFill>
              <a:latin typeface="Consolas" panose="020B0609020204030204" pitchFamily="49" charset="0"/>
            </a:endParaRPr>
          </a:p>
          <a:p>
            <a:r>
              <a:rPr lang="en-US" sz="1400" dirty="0">
                <a:solidFill>
                  <a:srgbClr val="008080"/>
                </a:solidFill>
                <a:latin typeface="Consolas" panose="020B0609020204030204" pitchFamily="49" charset="0"/>
              </a:rPr>
              <a:t>&lt;</a:t>
            </a:r>
            <a:r>
              <a:rPr lang="en-US" sz="1400" dirty="0" err="1">
                <a:solidFill>
                  <a:srgbClr val="3F7F7F"/>
                </a:solidFill>
                <a:latin typeface="Consolas" panose="020B0609020204030204" pitchFamily="49" charset="0"/>
              </a:rPr>
              <a:t>br</a:t>
            </a:r>
            <a:r>
              <a:rPr lang="en-US" sz="1400" dirty="0">
                <a:solidFill>
                  <a:srgbClr val="008080"/>
                </a:solidFill>
                <a:latin typeface="Consolas" panose="020B0609020204030204" pitchFamily="49" charset="0"/>
              </a:rPr>
              <a:t>/&gt;</a:t>
            </a:r>
            <a:endParaRPr lang="en-US" sz="1400" dirty="0">
              <a:solidFill>
                <a:srgbClr val="000000"/>
              </a:solidFill>
              <a:latin typeface="Consolas" panose="020B0609020204030204" pitchFamily="49" charset="0"/>
            </a:endParaRPr>
          </a:p>
          <a:p>
            <a:r>
              <a:rPr lang="en-US" sz="1400" dirty="0">
                <a:solidFill>
                  <a:srgbClr val="008080"/>
                </a:solidFill>
                <a:latin typeface="Consolas" panose="020B0609020204030204" pitchFamily="49" charset="0"/>
              </a:rPr>
              <a:t>&lt;</a:t>
            </a:r>
            <a:r>
              <a:rPr lang="en-US" sz="1400" dirty="0">
                <a:solidFill>
                  <a:srgbClr val="3F7F7F"/>
                </a:solidFill>
                <a:latin typeface="Consolas" panose="020B0609020204030204" pitchFamily="49" charset="0"/>
              </a:rPr>
              <a:t>label</a:t>
            </a:r>
            <a:r>
              <a:rPr lang="en-US" sz="1400" dirty="0">
                <a:solidFill>
                  <a:srgbClr val="008080"/>
                </a:solidFill>
                <a:latin typeface="Consolas" panose="020B0609020204030204" pitchFamily="49" charset="0"/>
              </a:rPr>
              <a:t>&gt;</a:t>
            </a:r>
            <a:r>
              <a:rPr lang="en-US" sz="1400" dirty="0">
                <a:solidFill>
                  <a:srgbClr val="000000"/>
                </a:solidFill>
                <a:latin typeface="Consolas" panose="020B0609020204030204" pitchFamily="49" charset="0"/>
              </a:rPr>
              <a:t>Password:</a:t>
            </a:r>
            <a:r>
              <a:rPr lang="en-US" sz="1400" dirty="0">
                <a:solidFill>
                  <a:srgbClr val="008080"/>
                </a:solidFill>
                <a:latin typeface="Consolas" panose="020B0609020204030204" pitchFamily="49" charset="0"/>
              </a:rPr>
              <a:t>&lt;/</a:t>
            </a:r>
            <a:r>
              <a:rPr lang="en-US" sz="1400" dirty="0">
                <a:solidFill>
                  <a:srgbClr val="3F7F7F"/>
                </a:solidFill>
                <a:latin typeface="Consolas" panose="020B0609020204030204" pitchFamily="49" charset="0"/>
              </a:rPr>
              <a:t>label</a:t>
            </a:r>
            <a:r>
              <a:rPr lang="en-US" sz="1400" dirty="0">
                <a:solidFill>
                  <a:srgbClr val="008080"/>
                </a:solidFill>
                <a:latin typeface="Consolas" panose="020B0609020204030204" pitchFamily="49" charset="0"/>
              </a:rPr>
              <a:t>&gt;</a:t>
            </a:r>
            <a:endParaRPr lang="en-US" sz="1400" dirty="0">
              <a:solidFill>
                <a:srgbClr val="000000"/>
              </a:solidFill>
              <a:latin typeface="Consolas" panose="020B0609020204030204" pitchFamily="49" charset="0"/>
            </a:endParaRPr>
          </a:p>
          <a:p>
            <a:r>
              <a:rPr lang="en-US" sz="1400" dirty="0">
                <a:solidFill>
                  <a:srgbClr val="008080"/>
                </a:solidFill>
                <a:latin typeface="Consolas" panose="020B0609020204030204" pitchFamily="49" charset="0"/>
              </a:rPr>
              <a:t>&lt;</a:t>
            </a:r>
            <a:r>
              <a:rPr lang="en-US" sz="1400" dirty="0">
                <a:solidFill>
                  <a:srgbClr val="3F7F7F"/>
                </a:solidFill>
                <a:latin typeface="Consolas" panose="020B0609020204030204" pitchFamily="49" charset="0"/>
              </a:rPr>
              <a:t>input</a:t>
            </a:r>
            <a:r>
              <a:rPr lang="en-US" sz="1400" dirty="0">
                <a:solidFill>
                  <a:srgbClr val="000000"/>
                </a:solidFill>
                <a:latin typeface="Consolas" panose="020B0609020204030204" pitchFamily="49" charset="0"/>
              </a:rPr>
              <a:t> </a:t>
            </a:r>
            <a:r>
              <a:rPr lang="en-US" sz="1400" dirty="0">
                <a:solidFill>
                  <a:srgbClr val="7F007F"/>
                </a:solidFill>
                <a:latin typeface="Consolas" panose="020B0609020204030204" pitchFamily="49" charset="0"/>
              </a:rPr>
              <a:t>type</a:t>
            </a:r>
            <a:r>
              <a:rPr lang="en-US" sz="1400" dirty="0">
                <a:solidFill>
                  <a:srgbClr val="000000"/>
                </a:solidFill>
                <a:latin typeface="Consolas" panose="020B0609020204030204" pitchFamily="49" charset="0"/>
              </a:rPr>
              <a:t>=</a:t>
            </a:r>
            <a:r>
              <a:rPr lang="en-US" sz="1400" i="1" dirty="0">
                <a:solidFill>
                  <a:srgbClr val="2A00FF"/>
                </a:solidFill>
                <a:latin typeface="Consolas" panose="020B0609020204030204" pitchFamily="49" charset="0"/>
              </a:rPr>
              <a:t>"password"</a:t>
            </a:r>
            <a:r>
              <a:rPr lang="en-US" sz="1400" dirty="0">
                <a:solidFill>
                  <a:srgbClr val="000000"/>
                </a:solidFill>
                <a:latin typeface="Consolas" panose="020B0609020204030204" pitchFamily="49" charset="0"/>
              </a:rPr>
              <a:t> </a:t>
            </a:r>
            <a:r>
              <a:rPr lang="en-US" sz="1400" dirty="0" err="1">
                <a:solidFill>
                  <a:srgbClr val="7F007F"/>
                </a:solidFill>
                <a:latin typeface="Consolas" panose="020B0609020204030204" pitchFamily="49" charset="0"/>
              </a:rPr>
              <a:t>th:field</a:t>
            </a:r>
            <a:r>
              <a:rPr lang="en-US" sz="1400" dirty="0">
                <a:solidFill>
                  <a:srgbClr val="000000"/>
                </a:solidFill>
                <a:latin typeface="Consolas" panose="020B0609020204030204" pitchFamily="49" charset="0"/>
              </a:rPr>
              <a:t>=</a:t>
            </a:r>
            <a:r>
              <a:rPr lang="en-US" sz="1400" i="1" dirty="0">
                <a:solidFill>
                  <a:srgbClr val="2A00FF"/>
                </a:solidFill>
                <a:latin typeface="Consolas" panose="020B0609020204030204" pitchFamily="49" charset="0"/>
              </a:rPr>
              <a:t>"*{password}"</a:t>
            </a:r>
            <a:r>
              <a:rPr lang="en-US" sz="1400" dirty="0">
                <a:solidFill>
                  <a:srgbClr val="008080"/>
                </a:solidFill>
                <a:latin typeface="Consolas" panose="020B0609020204030204" pitchFamily="49" charset="0"/>
              </a:rPr>
              <a:t>&gt;</a:t>
            </a:r>
            <a:endParaRPr lang="en-US" sz="1400" dirty="0">
              <a:solidFill>
                <a:srgbClr val="000000"/>
              </a:solidFill>
              <a:latin typeface="Consolas" panose="020B0609020204030204" pitchFamily="49" charset="0"/>
            </a:endParaRPr>
          </a:p>
          <a:p>
            <a:r>
              <a:rPr lang="en-US" sz="1400" dirty="0">
                <a:solidFill>
                  <a:srgbClr val="008080"/>
                </a:solidFill>
                <a:latin typeface="Consolas" panose="020B0609020204030204" pitchFamily="49" charset="0"/>
              </a:rPr>
              <a:t>&lt;</a:t>
            </a:r>
            <a:r>
              <a:rPr lang="en-US" sz="1400" dirty="0" err="1">
                <a:solidFill>
                  <a:srgbClr val="3F7F7F"/>
                </a:solidFill>
                <a:latin typeface="Consolas" panose="020B0609020204030204" pitchFamily="49" charset="0"/>
              </a:rPr>
              <a:t>br</a:t>
            </a:r>
            <a:r>
              <a:rPr lang="en-US" sz="1400" dirty="0">
                <a:solidFill>
                  <a:srgbClr val="008080"/>
                </a:solidFill>
                <a:latin typeface="Consolas" panose="020B0609020204030204" pitchFamily="49" charset="0"/>
              </a:rPr>
              <a:t>/&gt;</a:t>
            </a:r>
            <a:endParaRPr lang="en-US" sz="1400" dirty="0">
              <a:solidFill>
                <a:srgbClr val="000000"/>
              </a:solidFill>
              <a:latin typeface="Consolas" panose="020B0609020204030204" pitchFamily="49" charset="0"/>
            </a:endParaRPr>
          </a:p>
          <a:p>
            <a:r>
              <a:rPr lang="en-US" sz="1400" dirty="0">
                <a:solidFill>
                  <a:srgbClr val="008080"/>
                </a:solidFill>
                <a:latin typeface="Consolas" panose="020B0609020204030204" pitchFamily="49" charset="0"/>
              </a:rPr>
              <a:t>&lt;</a:t>
            </a:r>
            <a:r>
              <a:rPr lang="en-US" sz="1400" dirty="0">
                <a:solidFill>
                  <a:srgbClr val="3F7F7F"/>
                </a:solidFill>
                <a:latin typeface="Consolas" panose="020B0609020204030204" pitchFamily="49" charset="0"/>
              </a:rPr>
              <a:t>label</a:t>
            </a:r>
            <a:r>
              <a:rPr lang="en-US" sz="1400" dirty="0">
                <a:solidFill>
                  <a:srgbClr val="008080"/>
                </a:solidFill>
                <a:latin typeface="Consolas" panose="020B0609020204030204" pitchFamily="49" charset="0"/>
              </a:rPr>
              <a:t>&gt;</a:t>
            </a:r>
            <a:r>
              <a:rPr lang="en-US" sz="1400" dirty="0">
                <a:solidFill>
                  <a:srgbClr val="000000"/>
                </a:solidFill>
                <a:latin typeface="Consolas" panose="020B0609020204030204" pitchFamily="49" charset="0"/>
              </a:rPr>
              <a:t>Birthday:</a:t>
            </a:r>
            <a:r>
              <a:rPr lang="en-US" sz="1400" dirty="0">
                <a:solidFill>
                  <a:srgbClr val="008080"/>
                </a:solidFill>
                <a:latin typeface="Consolas" panose="020B0609020204030204" pitchFamily="49" charset="0"/>
              </a:rPr>
              <a:t>&lt;/</a:t>
            </a:r>
            <a:r>
              <a:rPr lang="en-US" sz="1400" dirty="0">
                <a:solidFill>
                  <a:srgbClr val="3F7F7F"/>
                </a:solidFill>
                <a:latin typeface="Consolas" panose="020B0609020204030204" pitchFamily="49" charset="0"/>
              </a:rPr>
              <a:t>label</a:t>
            </a:r>
            <a:r>
              <a:rPr lang="en-US" sz="1400" dirty="0">
                <a:solidFill>
                  <a:srgbClr val="008080"/>
                </a:solidFill>
                <a:latin typeface="Consolas" panose="020B0609020204030204" pitchFamily="49" charset="0"/>
              </a:rPr>
              <a:t>&gt;</a:t>
            </a:r>
            <a:endParaRPr lang="en-US" sz="1400" dirty="0">
              <a:solidFill>
                <a:srgbClr val="000000"/>
              </a:solidFill>
              <a:latin typeface="Consolas" panose="020B0609020204030204" pitchFamily="49" charset="0"/>
            </a:endParaRPr>
          </a:p>
          <a:p>
            <a:r>
              <a:rPr lang="en-US" sz="1400" dirty="0">
                <a:solidFill>
                  <a:srgbClr val="008080"/>
                </a:solidFill>
                <a:latin typeface="Consolas" panose="020B0609020204030204" pitchFamily="49" charset="0"/>
              </a:rPr>
              <a:t>&lt;</a:t>
            </a:r>
            <a:r>
              <a:rPr lang="en-US" sz="1400" dirty="0">
                <a:solidFill>
                  <a:srgbClr val="3F7F7F"/>
                </a:solidFill>
                <a:latin typeface="Consolas" panose="020B0609020204030204" pitchFamily="49" charset="0"/>
              </a:rPr>
              <a:t>input</a:t>
            </a:r>
            <a:r>
              <a:rPr lang="en-US" sz="1400" dirty="0">
                <a:solidFill>
                  <a:srgbClr val="000000"/>
                </a:solidFill>
                <a:latin typeface="Consolas" panose="020B0609020204030204" pitchFamily="49" charset="0"/>
              </a:rPr>
              <a:t> </a:t>
            </a:r>
            <a:r>
              <a:rPr lang="en-US" sz="1400" dirty="0">
                <a:solidFill>
                  <a:srgbClr val="7F007F"/>
                </a:solidFill>
                <a:latin typeface="Consolas" panose="020B0609020204030204" pitchFamily="49" charset="0"/>
              </a:rPr>
              <a:t>type</a:t>
            </a:r>
            <a:r>
              <a:rPr lang="en-US" sz="1400" dirty="0">
                <a:solidFill>
                  <a:srgbClr val="000000"/>
                </a:solidFill>
                <a:latin typeface="Consolas" panose="020B0609020204030204" pitchFamily="49" charset="0"/>
              </a:rPr>
              <a:t>=</a:t>
            </a:r>
            <a:r>
              <a:rPr lang="en-US" sz="1400" i="1" dirty="0">
                <a:solidFill>
                  <a:srgbClr val="2A00FF"/>
                </a:solidFill>
                <a:latin typeface="Consolas" panose="020B0609020204030204" pitchFamily="49" charset="0"/>
              </a:rPr>
              <a:t>"text"</a:t>
            </a:r>
            <a:r>
              <a:rPr lang="en-US" sz="1400" dirty="0">
                <a:solidFill>
                  <a:srgbClr val="000000"/>
                </a:solidFill>
                <a:latin typeface="Consolas" panose="020B0609020204030204" pitchFamily="49" charset="0"/>
              </a:rPr>
              <a:t> </a:t>
            </a:r>
            <a:r>
              <a:rPr lang="en-US" sz="1400" dirty="0" err="1">
                <a:solidFill>
                  <a:srgbClr val="7F007F"/>
                </a:solidFill>
                <a:latin typeface="Consolas" panose="020B0609020204030204" pitchFamily="49" charset="0"/>
              </a:rPr>
              <a:t>th:field</a:t>
            </a:r>
            <a:r>
              <a:rPr lang="en-US" sz="1400" dirty="0">
                <a:solidFill>
                  <a:srgbClr val="000000"/>
                </a:solidFill>
                <a:latin typeface="Consolas" panose="020B0609020204030204" pitchFamily="49" charset="0"/>
              </a:rPr>
              <a:t>=</a:t>
            </a:r>
            <a:r>
              <a:rPr lang="en-US" sz="1400" i="1" dirty="0">
                <a:solidFill>
                  <a:srgbClr val="2A00FF"/>
                </a:solidFill>
                <a:latin typeface="Consolas" panose="020B0609020204030204" pitchFamily="49" charset="0"/>
              </a:rPr>
              <a:t>"*{birthday}"</a:t>
            </a:r>
            <a:r>
              <a:rPr lang="en-US" sz="1400" dirty="0">
                <a:solidFill>
                  <a:srgbClr val="008080"/>
                </a:solidFill>
                <a:latin typeface="Consolas" panose="020B0609020204030204" pitchFamily="49" charset="0"/>
              </a:rPr>
              <a:t>&gt;</a:t>
            </a:r>
            <a:endParaRPr lang="en-US" sz="1400" dirty="0">
              <a:solidFill>
                <a:srgbClr val="000000"/>
              </a:solidFill>
              <a:latin typeface="Consolas" panose="020B0609020204030204" pitchFamily="49" charset="0"/>
            </a:endParaRPr>
          </a:p>
          <a:p>
            <a:r>
              <a:rPr lang="en-US" sz="1400" dirty="0">
                <a:solidFill>
                  <a:srgbClr val="008080"/>
                </a:solidFill>
                <a:latin typeface="Consolas" panose="020B0609020204030204" pitchFamily="49" charset="0"/>
              </a:rPr>
              <a:t>&lt;</a:t>
            </a:r>
            <a:r>
              <a:rPr lang="en-US" sz="1400" dirty="0" err="1">
                <a:solidFill>
                  <a:srgbClr val="3F7F7F"/>
                </a:solidFill>
                <a:latin typeface="Consolas" panose="020B0609020204030204" pitchFamily="49" charset="0"/>
              </a:rPr>
              <a:t>br</a:t>
            </a:r>
            <a:r>
              <a:rPr lang="en-US" sz="1400" dirty="0">
                <a:solidFill>
                  <a:srgbClr val="008080"/>
                </a:solidFill>
                <a:latin typeface="Consolas" panose="020B0609020204030204" pitchFamily="49" charset="0"/>
              </a:rPr>
              <a:t>/&gt;</a:t>
            </a:r>
            <a:endParaRPr lang="en-US" sz="1400" dirty="0">
              <a:solidFill>
                <a:srgbClr val="000000"/>
              </a:solidFill>
              <a:latin typeface="Consolas" panose="020B0609020204030204" pitchFamily="49" charset="0"/>
            </a:endParaRPr>
          </a:p>
          <a:p>
            <a:r>
              <a:rPr lang="en-US" sz="1400" dirty="0">
                <a:solidFill>
                  <a:srgbClr val="008080"/>
                </a:solidFill>
                <a:latin typeface="Consolas" panose="020B0609020204030204" pitchFamily="49" charset="0"/>
              </a:rPr>
              <a:t>&lt;</a:t>
            </a:r>
            <a:r>
              <a:rPr lang="en-US" sz="1400" dirty="0">
                <a:solidFill>
                  <a:srgbClr val="3F7F7F"/>
                </a:solidFill>
                <a:latin typeface="Consolas" panose="020B0609020204030204" pitchFamily="49" charset="0"/>
              </a:rPr>
              <a:t>label</a:t>
            </a:r>
            <a:r>
              <a:rPr lang="en-US" sz="1400" dirty="0">
                <a:solidFill>
                  <a:srgbClr val="008080"/>
                </a:solidFill>
                <a:latin typeface="Consolas" panose="020B0609020204030204" pitchFamily="49" charset="0"/>
              </a:rPr>
              <a:t>&gt;</a:t>
            </a:r>
            <a:r>
              <a:rPr lang="en-US" sz="1400" dirty="0">
                <a:solidFill>
                  <a:srgbClr val="000000"/>
                </a:solidFill>
                <a:latin typeface="Consolas" panose="020B0609020204030204" pitchFamily="49" charset="0"/>
              </a:rPr>
              <a:t>Profession:</a:t>
            </a:r>
            <a:r>
              <a:rPr lang="en-US" sz="1400" dirty="0">
                <a:solidFill>
                  <a:srgbClr val="008080"/>
                </a:solidFill>
                <a:latin typeface="Consolas" panose="020B0609020204030204" pitchFamily="49" charset="0"/>
              </a:rPr>
              <a:t>&lt;/</a:t>
            </a:r>
            <a:r>
              <a:rPr lang="en-US" sz="1400" dirty="0">
                <a:solidFill>
                  <a:srgbClr val="3F7F7F"/>
                </a:solidFill>
                <a:latin typeface="Consolas" panose="020B0609020204030204" pitchFamily="49" charset="0"/>
              </a:rPr>
              <a:t>label</a:t>
            </a:r>
            <a:r>
              <a:rPr lang="en-US" sz="1400" dirty="0">
                <a:solidFill>
                  <a:srgbClr val="008080"/>
                </a:solidFill>
                <a:latin typeface="Consolas" panose="020B0609020204030204" pitchFamily="49" charset="0"/>
              </a:rPr>
              <a:t>&gt;</a:t>
            </a:r>
            <a:endParaRPr lang="en-US" sz="1400" dirty="0">
              <a:solidFill>
                <a:srgbClr val="000000"/>
              </a:solidFill>
              <a:latin typeface="Consolas" panose="020B0609020204030204" pitchFamily="49" charset="0"/>
            </a:endParaRPr>
          </a:p>
          <a:p>
            <a:r>
              <a:rPr lang="en-US" sz="1400" dirty="0">
                <a:solidFill>
                  <a:srgbClr val="008080"/>
                </a:solidFill>
                <a:latin typeface="Consolas" panose="020B0609020204030204" pitchFamily="49" charset="0"/>
              </a:rPr>
              <a:t>&lt;</a:t>
            </a:r>
            <a:r>
              <a:rPr lang="en-US" sz="1400" dirty="0">
                <a:solidFill>
                  <a:srgbClr val="3F7F7F"/>
                </a:solidFill>
                <a:latin typeface="Consolas" panose="020B0609020204030204" pitchFamily="49" charset="0"/>
              </a:rPr>
              <a:t>select</a:t>
            </a:r>
            <a:r>
              <a:rPr lang="en-US" sz="1400" dirty="0">
                <a:solidFill>
                  <a:srgbClr val="000000"/>
                </a:solidFill>
                <a:latin typeface="Consolas" panose="020B0609020204030204" pitchFamily="49" charset="0"/>
              </a:rPr>
              <a:t> </a:t>
            </a:r>
            <a:r>
              <a:rPr lang="en-US" sz="1400" dirty="0" err="1">
                <a:solidFill>
                  <a:srgbClr val="7F007F"/>
                </a:solidFill>
                <a:latin typeface="Consolas" panose="020B0609020204030204" pitchFamily="49" charset="0"/>
              </a:rPr>
              <a:t>th:field</a:t>
            </a:r>
            <a:r>
              <a:rPr lang="en-US" sz="1400" dirty="0">
                <a:solidFill>
                  <a:srgbClr val="000000"/>
                </a:solidFill>
                <a:latin typeface="Consolas" panose="020B0609020204030204" pitchFamily="49" charset="0"/>
              </a:rPr>
              <a:t>=</a:t>
            </a:r>
            <a:r>
              <a:rPr lang="en-US" sz="1400" i="1" dirty="0">
                <a:solidFill>
                  <a:srgbClr val="2A00FF"/>
                </a:solidFill>
                <a:latin typeface="Consolas" panose="020B0609020204030204" pitchFamily="49" charset="0"/>
              </a:rPr>
              <a:t>"*{profession}"</a:t>
            </a:r>
            <a:r>
              <a:rPr lang="en-US" sz="1400" dirty="0">
                <a:solidFill>
                  <a:srgbClr val="008080"/>
                </a:solidFill>
                <a:latin typeface="Consolas" panose="020B0609020204030204" pitchFamily="49" charset="0"/>
              </a:rPr>
              <a:t>&gt;</a:t>
            </a:r>
            <a:endParaRPr lang="en-US" sz="1400" dirty="0">
              <a:solidFill>
                <a:srgbClr val="000000"/>
              </a:solidFill>
              <a:latin typeface="Consolas" panose="020B0609020204030204" pitchFamily="49" charset="0"/>
            </a:endParaRPr>
          </a:p>
          <a:p>
            <a:r>
              <a:rPr lang="en-US" sz="1400" dirty="0">
                <a:solidFill>
                  <a:srgbClr val="008080"/>
                </a:solidFill>
                <a:latin typeface="Consolas" panose="020B0609020204030204" pitchFamily="49" charset="0"/>
              </a:rPr>
              <a:t>&lt;</a:t>
            </a:r>
            <a:r>
              <a:rPr lang="en-US" sz="1400" dirty="0">
                <a:solidFill>
                  <a:srgbClr val="3F7F7F"/>
                </a:solidFill>
                <a:latin typeface="Consolas" panose="020B0609020204030204" pitchFamily="49" charset="0"/>
              </a:rPr>
              <a:t>option</a:t>
            </a:r>
            <a:r>
              <a:rPr lang="en-US" sz="1400" dirty="0">
                <a:solidFill>
                  <a:srgbClr val="000000"/>
                </a:solidFill>
                <a:latin typeface="Consolas" panose="020B0609020204030204" pitchFamily="49" charset="0"/>
              </a:rPr>
              <a:t> </a:t>
            </a:r>
            <a:r>
              <a:rPr lang="en-US" sz="1400" dirty="0" err="1">
                <a:solidFill>
                  <a:srgbClr val="7F007F"/>
                </a:solidFill>
                <a:latin typeface="Consolas" panose="020B0609020204030204" pitchFamily="49" charset="0"/>
              </a:rPr>
              <a:t>th:each</a:t>
            </a:r>
            <a:r>
              <a:rPr lang="en-US" sz="1400" dirty="0">
                <a:solidFill>
                  <a:srgbClr val="000000"/>
                </a:solidFill>
                <a:latin typeface="Consolas" panose="020B0609020204030204" pitchFamily="49" charset="0"/>
              </a:rPr>
              <a:t>=</a:t>
            </a:r>
            <a:r>
              <a:rPr lang="en-US" sz="1400" i="1" dirty="0">
                <a:solidFill>
                  <a:srgbClr val="2A00FF"/>
                </a:solidFill>
                <a:latin typeface="Consolas" panose="020B0609020204030204" pitchFamily="49" charset="0"/>
              </a:rPr>
              <a:t>"</a:t>
            </a:r>
            <a:r>
              <a:rPr lang="en-US" sz="1400" i="1" dirty="0" err="1">
                <a:solidFill>
                  <a:srgbClr val="2A00FF"/>
                </a:solidFill>
                <a:latin typeface="Consolas" panose="020B0609020204030204" pitchFamily="49" charset="0"/>
              </a:rPr>
              <a:t>pl</a:t>
            </a:r>
            <a:r>
              <a:rPr lang="en-US" sz="1400" i="1" dirty="0">
                <a:solidFill>
                  <a:srgbClr val="2A00FF"/>
                </a:solidFill>
                <a:latin typeface="Consolas" panose="020B0609020204030204" pitchFamily="49" charset="0"/>
              </a:rPr>
              <a:t>:${</a:t>
            </a:r>
            <a:r>
              <a:rPr lang="en-US" sz="1400" i="1" dirty="0" err="1">
                <a:solidFill>
                  <a:srgbClr val="2A00FF"/>
                </a:solidFill>
                <a:latin typeface="Consolas" panose="020B0609020204030204" pitchFamily="49" charset="0"/>
              </a:rPr>
              <a:t>professionlist</a:t>
            </a:r>
            <a:r>
              <a:rPr lang="en-US" sz="1400" i="1" dirty="0">
                <a:solidFill>
                  <a:srgbClr val="2A00FF"/>
                </a:solidFill>
                <a:latin typeface="Consolas" panose="020B0609020204030204" pitchFamily="49" charset="0"/>
              </a:rPr>
              <a:t>}"</a:t>
            </a:r>
            <a:r>
              <a:rPr lang="en-US" sz="1400" dirty="0">
                <a:solidFill>
                  <a:srgbClr val="000000"/>
                </a:solidFill>
                <a:latin typeface="Consolas" panose="020B0609020204030204" pitchFamily="49" charset="0"/>
              </a:rPr>
              <a:t> </a:t>
            </a:r>
            <a:r>
              <a:rPr lang="en-US" sz="1400" dirty="0" err="1">
                <a:solidFill>
                  <a:srgbClr val="7F007F"/>
                </a:solidFill>
                <a:latin typeface="Consolas" panose="020B0609020204030204" pitchFamily="49" charset="0"/>
              </a:rPr>
              <a:t>th:value</a:t>
            </a:r>
            <a:r>
              <a:rPr lang="en-US" sz="1400" dirty="0">
                <a:solidFill>
                  <a:srgbClr val="000000"/>
                </a:solidFill>
                <a:latin typeface="Consolas" panose="020B0609020204030204" pitchFamily="49" charset="0"/>
              </a:rPr>
              <a:t>=</a:t>
            </a:r>
            <a:r>
              <a:rPr lang="en-US" sz="1400" i="1" dirty="0">
                <a:solidFill>
                  <a:srgbClr val="2A00FF"/>
                </a:solidFill>
                <a:latin typeface="Consolas" panose="020B0609020204030204" pitchFamily="49" charset="0"/>
              </a:rPr>
              <a:t>"${</a:t>
            </a:r>
            <a:r>
              <a:rPr lang="en-US" sz="1400" i="1" dirty="0" err="1">
                <a:solidFill>
                  <a:srgbClr val="2A00FF"/>
                </a:solidFill>
                <a:latin typeface="Consolas" panose="020B0609020204030204" pitchFamily="49" charset="0"/>
              </a:rPr>
              <a:t>pl</a:t>
            </a:r>
            <a:r>
              <a:rPr lang="en-US" sz="1400" i="1" dirty="0">
                <a:solidFill>
                  <a:srgbClr val="2A00FF"/>
                </a:solidFill>
                <a:latin typeface="Consolas" panose="020B0609020204030204" pitchFamily="49" charset="0"/>
              </a:rPr>
              <a:t>}"</a:t>
            </a:r>
            <a:r>
              <a:rPr lang="en-US" sz="1400" dirty="0">
                <a:solidFill>
                  <a:srgbClr val="000000"/>
                </a:solidFill>
                <a:latin typeface="Consolas" panose="020B0609020204030204" pitchFamily="49" charset="0"/>
              </a:rPr>
              <a:t> </a:t>
            </a:r>
            <a:r>
              <a:rPr lang="en-US" sz="1400" dirty="0" err="1">
                <a:solidFill>
                  <a:srgbClr val="7F007F"/>
                </a:solidFill>
                <a:latin typeface="Consolas" panose="020B0609020204030204" pitchFamily="49" charset="0"/>
              </a:rPr>
              <a:t>th:text</a:t>
            </a:r>
            <a:r>
              <a:rPr lang="en-US" sz="1400" dirty="0">
                <a:solidFill>
                  <a:srgbClr val="000000"/>
                </a:solidFill>
                <a:latin typeface="Consolas" panose="020B0609020204030204" pitchFamily="49" charset="0"/>
              </a:rPr>
              <a:t>=</a:t>
            </a:r>
            <a:r>
              <a:rPr lang="en-US" sz="1400" i="1" dirty="0">
                <a:solidFill>
                  <a:srgbClr val="2A00FF"/>
                </a:solidFill>
                <a:latin typeface="Consolas" panose="020B0609020204030204" pitchFamily="49" charset="0"/>
              </a:rPr>
              <a:t>"${</a:t>
            </a:r>
            <a:r>
              <a:rPr lang="en-US" sz="1400" i="1" dirty="0" err="1">
                <a:solidFill>
                  <a:srgbClr val="2A00FF"/>
                </a:solidFill>
                <a:latin typeface="Consolas" panose="020B0609020204030204" pitchFamily="49" charset="0"/>
              </a:rPr>
              <a:t>pl</a:t>
            </a:r>
            <a:r>
              <a:rPr lang="en-US" sz="1400" i="1" dirty="0">
                <a:solidFill>
                  <a:srgbClr val="2A00FF"/>
                </a:solidFill>
                <a:latin typeface="Consolas" panose="020B0609020204030204" pitchFamily="49" charset="0"/>
              </a:rPr>
              <a:t>}"</a:t>
            </a:r>
            <a:r>
              <a:rPr lang="en-US" sz="1400" dirty="0">
                <a:solidFill>
                  <a:srgbClr val="008080"/>
                </a:solidFill>
                <a:latin typeface="Consolas" panose="020B0609020204030204" pitchFamily="49" charset="0"/>
              </a:rPr>
              <a:t>/&gt;</a:t>
            </a:r>
            <a:endParaRPr lang="en-US" sz="1400" dirty="0">
              <a:solidFill>
                <a:srgbClr val="000000"/>
              </a:solidFill>
              <a:latin typeface="Consolas" panose="020B0609020204030204" pitchFamily="49" charset="0"/>
            </a:endParaRPr>
          </a:p>
          <a:p>
            <a:r>
              <a:rPr lang="en-US" sz="1400" dirty="0">
                <a:solidFill>
                  <a:srgbClr val="008080"/>
                </a:solidFill>
                <a:latin typeface="Consolas" panose="020B0609020204030204" pitchFamily="49" charset="0"/>
              </a:rPr>
              <a:t>&lt;/</a:t>
            </a:r>
            <a:r>
              <a:rPr lang="en-US" sz="1400" dirty="0">
                <a:solidFill>
                  <a:srgbClr val="3F7F7F"/>
                </a:solidFill>
                <a:latin typeface="Consolas" panose="020B0609020204030204" pitchFamily="49" charset="0"/>
              </a:rPr>
              <a:t>select</a:t>
            </a:r>
            <a:r>
              <a:rPr lang="en-US" sz="1400" dirty="0">
                <a:solidFill>
                  <a:srgbClr val="008080"/>
                </a:solidFill>
                <a:latin typeface="Consolas" panose="020B0609020204030204" pitchFamily="49" charset="0"/>
              </a:rPr>
              <a:t>&gt;</a:t>
            </a:r>
            <a:endParaRPr lang="en-US" sz="1400" dirty="0">
              <a:solidFill>
                <a:srgbClr val="000000"/>
              </a:solidFill>
              <a:latin typeface="Consolas" panose="020B0609020204030204" pitchFamily="49" charset="0"/>
            </a:endParaRPr>
          </a:p>
          <a:p>
            <a:r>
              <a:rPr lang="en-US" sz="1400" dirty="0">
                <a:solidFill>
                  <a:srgbClr val="008080"/>
                </a:solidFill>
                <a:latin typeface="Consolas" panose="020B0609020204030204" pitchFamily="49" charset="0"/>
              </a:rPr>
              <a:t>&lt;</a:t>
            </a:r>
            <a:r>
              <a:rPr lang="en-US" sz="1400" dirty="0" err="1">
                <a:solidFill>
                  <a:srgbClr val="3F7F7F"/>
                </a:solidFill>
                <a:latin typeface="Consolas" panose="020B0609020204030204" pitchFamily="49" charset="0"/>
              </a:rPr>
              <a:t>br</a:t>
            </a:r>
            <a:r>
              <a:rPr lang="en-US" sz="1400" dirty="0">
                <a:solidFill>
                  <a:srgbClr val="008080"/>
                </a:solidFill>
                <a:latin typeface="Consolas" panose="020B0609020204030204" pitchFamily="49" charset="0"/>
              </a:rPr>
              <a:t>&gt;</a:t>
            </a:r>
            <a:endParaRPr lang="en-US" sz="1400" dirty="0">
              <a:solidFill>
                <a:srgbClr val="000000"/>
              </a:solidFill>
              <a:latin typeface="Consolas" panose="020B0609020204030204" pitchFamily="49" charset="0"/>
            </a:endParaRPr>
          </a:p>
          <a:p>
            <a:r>
              <a:rPr lang="en-US" sz="1400" dirty="0">
                <a:solidFill>
                  <a:srgbClr val="008080"/>
                </a:solidFill>
                <a:latin typeface="Consolas" panose="020B0609020204030204" pitchFamily="49" charset="0"/>
              </a:rPr>
              <a:t>&lt;</a:t>
            </a:r>
            <a:r>
              <a:rPr lang="en-US" sz="1400" dirty="0">
                <a:solidFill>
                  <a:srgbClr val="3F7F7F"/>
                </a:solidFill>
                <a:latin typeface="Consolas" panose="020B0609020204030204" pitchFamily="49" charset="0"/>
              </a:rPr>
              <a:t>label</a:t>
            </a:r>
            <a:r>
              <a:rPr lang="en-US" sz="1400" dirty="0">
                <a:solidFill>
                  <a:srgbClr val="008080"/>
                </a:solidFill>
                <a:latin typeface="Consolas" panose="020B0609020204030204" pitchFamily="49" charset="0"/>
              </a:rPr>
              <a:t>&gt;</a:t>
            </a:r>
            <a:r>
              <a:rPr lang="en-US" sz="1400" dirty="0">
                <a:solidFill>
                  <a:srgbClr val="000000"/>
                </a:solidFill>
                <a:latin typeface="Consolas" panose="020B0609020204030204" pitchFamily="49" charset="0"/>
              </a:rPr>
              <a:t>Married?</a:t>
            </a:r>
            <a:r>
              <a:rPr lang="en-US" sz="1400" dirty="0">
                <a:solidFill>
                  <a:srgbClr val="008080"/>
                </a:solidFill>
                <a:latin typeface="Consolas" panose="020B0609020204030204" pitchFamily="49" charset="0"/>
              </a:rPr>
              <a:t>&lt;/</a:t>
            </a:r>
            <a:r>
              <a:rPr lang="en-US" sz="1400" dirty="0">
                <a:solidFill>
                  <a:srgbClr val="3F7F7F"/>
                </a:solidFill>
                <a:latin typeface="Consolas" panose="020B0609020204030204" pitchFamily="49" charset="0"/>
              </a:rPr>
              <a:t>label</a:t>
            </a:r>
            <a:r>
              <a:rPr lang="en-US" sz="1400" dirty="0">
                <a:solidFill>
                  <a:srgbClr val="008080"/>
                </a:solidFill>
                <a:latin typeface="Consolas" panose="020B0609020204030204" pitchFamily="49" charset="0"/>
              </a:rPr>
              <a:t>&gt;</a:t>
            </a:r>
            <a:endParaRPr lang="en-US" sz="1400" dirty="0">
              <a:solidFill>
                <a:srgbClr val="000000"/>
              </a:solidFill>
              <a:latin typeface="Consolas" panose="020B0609020204030204" pitchFamily="49" charset="0"/>
            </a:endParaRPr>
          </a:p>
          <a:p>
            <a:r>
              <a:rPr lang="en-US" sz="1400" dirty="0">
                <a:solidFill>
                  <a:srgbClr val="008080"/>
                </a:solidFill>
                <a:latin typeface="Consolas" panose="020B0609020204030204" pitchFamily="49" charset="0"/>
              </a:rPr>
              <a:t>&lt;</a:t>
            </a:r>
            <a:r>
              <a:rPr lang="en-US" sz="1400" dirty="0">
                <a:solidFill>
                  <a:srgbClr val="3F7F7F"/>
                </a:solidFill>
                <a:latin typeface="Consolas" panose="020B0609020204030204" pitchFamily="49" charset="0"/>
              </a:rPr>
              <a:t>input</a:t>
            </a:r>
            <a:r>
              <a:rPr lang="en-US" sz="1400" dirty="0">
                <a:solidFill>
                  <a:srgbClr val="000000"/>
                </a:solidFill>
                <a:latin typeface="Consolas" panose="020B0609020204030204" pitchFamily="49" charset="0"/>
              </a:rPr>
              <a:t> </a:t>
            </a:r>
            <a:r>
              <a:rPr lang="en-US" sz="1400" dirty="0">
                <a:solidFill>
                  <a:srgbClr val="7F007F"/>
                </a:solidFill>
                <a:latin typeface="Consolas" panose="020B0609020204030204" pitchFamily="49" charset="0"/>
              </a:rPr>
              <a:t>type</a:t>
            </a:r>
            <a:r>
              <a:rPr lang="en-US" sz="1400" dirty="0">
                <a:solidFill>
                  <a:srgbClr val="000000"/>
                </a:solidFill>
                <a:latin typeface="Consolas" panose="020B0609020204030204" pitchFamily="49" charset="0"/>
              </a:rPr>
              <a:t>=</a:t>
            </a:r>
            <a:r>
              <a:rPr lang="en-US" sz="1400" i="1" dirty="0">
                <a:solidFill>
                  <a:srgbClr val="2A00FF"/>
                </a:solidFill>
                <a:latin typeface="Consolas" panose="020B0609020204030204" pitchFamily="49" charset="0"/>
              </a:rPr>
              <a:t>"checkbox"</a:t>
            </a:r>
            <a:r>
              <a:rPr lang="en-US" sz="1400" dirty="0">
                <a:solidFill>
                  <a:srgbClr val="000000"/>
                </a:solidFill>
                <a:latin typeface="Consolas" panose="020B0609020204030204" pitchFamily="49" charset="0"/>
              </a:rPr>
              <a:t> </a:t>
            </a:r>
            <a:r>
              <a:rPr lang="en-US" sz="1400" dirty="0" err="1">
                <a:solidFill>
                  <a:srgbClr val="7F007F"/>
                </a:solidFill>
                <a:latin typeface="Consolas" panose="020B0609020204030204" pitchFamily="49" charset="0"/>
              </a:rPr>
              <a:t>th:field</a:t>
            </a:r>
            <a:r>
              <a:rPr lang="en-US" sz="1400" dirty="0">
                <a:solidFill>
                  <a:srgbClr val="000000"/>
                </a:solidFill>
                <a:latin typeface="Consolas" panose="020B0609020204030204" pitchFamily="49" charset="0"/>
              </a:rPr>
              <a:t>=</a:t>
            </a:r>
            <a:r>
              <a:rPr lang="en-US" sz="1400" i="1" dirty="0">
                <a:solidFill>
                  <a:srgbClr val="2A00FF"/>
                </a:solidFill>
                <a:latin typeface="Consolas" panose="020B0609020204030204" pitchFamily="49" charset="0"/>
              </a:rPr>
              <a:t>"*{married}"</a:t>
            </a:r>
            <a:r>
              <a:rPr lang="en-US" sz="1400" dirty="0">
                <a:solidFill>
                  <a:srgbClr val="008080"/>
                </a:solidFill>
                <a:latin typeface="Consolas" panose="020B0609020204030204" pitchFamily="49" charset="0"/>
              </a:rPr>
              <a:t>/&gt;</a:t>
            </a:r>
            <a:endParaRPr lang="en-US" sz="1400" dirty="0">
              <a:solidFill>
                <a:srgbClr val="000000"/>
              </a:solidFill>
              <a:latin typeface="Consolas" panose="020B0609020204030204" pitchFamily="49" charset="0"/>
            </a:endParaRPr>
          </a:p>
          <a:p>
            <a:r>
              <a:rPr lang="en-US" sz="1400" dirty="0">
                <a:solidFill>
                  <a:srgbClr val="008080"/>
                </a:solidFill>
                <a:latin typeface="Consolas" panose="020B0609020204030204" pitchFamily="49" charset="0"/>
              </a:rPr>
              <a:t>&lt;</a:t>
            </a:r>
            <a:r>
              <a:rPr lang="en-US" sz="1400" dirty="0" err="1">
                <a:solidFill>
                  <a:srgbClr val="3F7F7F"/>
                </a:solidFill>
                <a:latin typeface="Consolas" panose="020B0609020204030204" pitchFamily="49" charset="0"/>
              </a:rPr>
              <a:t>br</a:t>
            </a:r>
            <a:r>
              <a:rPr lang="en-US" sz="1400" dirty="0">
                <a:solidFill>
                  <a:srgbClr val="008080"/>
                </a:solidFill>
                <a:latin typeface="Consolas" panose="020B0609020204030204" pitchFamily="49" charset="0"/>
              </a:rPr>
              <a:t>/&gt;</a:t>
            </a:r>
            <a:endParaRPr lang="en-US" sz="1400" dirty="0">
              <a:solidFill>
                <a:srgbClr val="000000"/>
              </a:solidFill>
              <a:latin typeface="Consolas" panose="020B0609020204030204" pitchFamily="49" charset="0"/>
            </a:endParaRPr>
          </a:p>
          <a:p>
            <a:r>
              <a:rPr lang="en-US" sz="1400" dirty="0">
                <a:solidFill>
                  <a:srgbClr val="008080"/>
                </a:solidFill>
                <a:latin typeface="Consolas" panose="020B0609020204030204" pitchFamily="49" charset="0"/>
              </a:rPr>
              <a:t>&lt;</a:t>
            </a:r>
            <a:r>
              <a:rPr lang="en-US" sz="1400" dirty="0">
                <a:solidFill>
                  <a:srgbClr val="3F7F7F"/>
                </a:solidFill>
                <a:latin typeface="Consolas" panose="020B0609020204030204" pitchFamily="49" charset="0"/>
              </a:rPr>
              <a:t>label</a:t>
            </a:r>
            <a:r>
              <a:rPr lang="en-US" sz="1400" dirty="0">
                <a:solidFill>
                  <a:srgbClr val="008080"/>
                </a:solidFill>
                <a:latin typeface="Consolas" panose="020B0609020204030204" pitchFamily="49" charset="0"/>
              </a:rPr>
              <a:t>&gt;</a:t>
            </a:r>
            <a:r>
              <a:rPr lang="en-US" sz="1400" dirty="0">
                <a:solidFill>
                  <a:srgbClr val="000000"/>
                </a:solidFill>
                <a:latin typeface="Consolas" panose="020B0609020204030204" pitchFamily="49" charset="0"/>
              </a:rPr>
              <a:t>Gender</a:t>
            </a:r>
            <a:r>
              <a:rPr lang="en-US" sz="1400" dirty="0">
                <a:solidFill>
                  <a:srgbClr val="008080"/>
                </a:solidFill>
                <a:latin typeface="Consolas" panose="020B0609020204030204" pitchFamily="49" charset="0"/>
              </a:rPr>
              <a:t>&lt;/</a:t>
            </a:r>
            <a:r>
              <a:rPr lang="en-US" sz="1400" dirty="0">
                <a:solidFill>
                  <a:srgbClr val="3F7F7F"/>
                </a:solidFill>
                <a:latin typeface="Consolas" panose="020B0609020204030204" pitchFamily="49" charset="0"/>
              </a:rPr>
              <a:t>label</a:t>
            </a:r>
            <a:r>
              <a:rPr lang="en-US" sz="1400" dirty="0">
                <a:solidFill>
                  <a:srgbClr val="008080"/>
                </a:solidFill>
                <a:latin typeface="Consolas" panose="020B0609020204030204" pitchFamily="49" charset="0"/>
              </a:rPr>
              <a:t>&gt;</a:t>
            </a:r>
            <a:endParaRPr lang="en-US" sz="1400" dirty="0">
              <a:solidFill>
                <a:srgbClr val="000000"/>
              </a:solidFill>
              <a:latin typeface="Consolas" panose="020B0609020204030204" pitchFamily="49" charset="0"/>
            </a:endParaRPr>
          </a:p>
          <a:p>
            <a:r>
              <a:rPr lang="en-US" sz="1400" dirty="0">
                <a:solidFill>
                  <a:srgbClr val="008080"/>
                </a:solidFill>
                <a:latin typeface="Consolas" panose="020B0609020204030204" pitchFamily="49" charset="0"/>
              </a:rPr>
              <a:t>&lt;</a:t>
            </a:r>
            <a:r>
              <a:rPr lang="en-US" sz="1400" dirty="0">
                <a:solidFill>
                  <a:srgbClr val="3F7F7F"/>
                </a:solidFill>
                <a:latin typeface="Consolas" panose="020B0609020204030204" pitchFamily="49" charset="0"/>
              </a:rPr>
              <a:t>input</a:t>
            </a:r>
            <a:r>
              <a:rPr lang="en-US" sz="1400" dirty="0">
                <a:solidFill>
                  <a:srgbClr val="000000"/>
                </a:solidFill>
                <a:latin typeface="Consolas" panose="020B0609020204030204" pitchFamily="49" charset="0"/>
              </a:rPr>
              <a:t> </a:t>
            </a:r>
            <a:r>
              <a:rPr lang="en-US" sz="1400" dirty="0">
                <a:solidFill>
                  <a:srgbClr val="7F007F"/>
                </a:solidFill>
                <a:latin typeface="Consolas" panose="020B0609020204030204" pitchFamily="49" charset="0"/>
              </a:rPr>
              <a:t>type</a:t>
            </a:r>
            <a:r>
              <a:rPr lang="en-US" sz="1400" dirty="0">
                <a:solidFill>
                  <a:srgbClr val="000000"/>
                </a:solidFill>
                <a:latin typeface="Consolas" panose="020B0609020204030204" pitchFamily="49" charset="0"/>
              </a:rPr>
              <a:t>=</a:t>
            </a:r>
            <a:r>
              <a:rPr lang="en-US" sz="1400" i="1" dirty="0">
                <a:solidFill>
                  <a:srgbClr val="2A00FF"/>
                </a:solidFill>
                <a:latin typeface="Consolas" panose="020B0609020204030204" pitchFamily="49" charset="0"/>
              </a:rPr>
              <a:t>"radio"</a:t>
            </a:r>
            <a:r>
              <a:rPr lang="en-US" sz="1400" dirty="0">
                <a:solidFill>
                  <a:srgbClr val="000000"/>
                </a:solidFill>
                <a:latin typeface="Consolas" panose="020B0609020204030204" pitchFamily="49" charset="0"/>
              </a:rPr>
              <a:t> </a:t>
            </a:r>
            <a:r>
              <a:rPr lang="en-US" sz="1400" dirty="0" err="1">
                <a:solidFill>
                  <a:srgbClr val="7F007F"/>
                </a:solidFill>
                <a:latin typeface="Consolas" panose="020B0609020204030204" pitchFamily="49" charset="0"/>
              </a:rPr>
              <a:t>th:field</a:t>
            </a:r>
            <a:r>
              <a:rPr lang="en-US" sz="1400" dirty="0">
                <a:solidFill>
                  <a:srgbClr val="000000"/>
                </a:solidFill>
                <a:latin typeface="Consolas" panose="020B0609020204030204" pitchFamily="49" charset="0"/>
              </a:rPr>
              <a:t>=</a:t>
            </a:r>
            <a:r>
              <a:rPr lang="en-US" sz="1400" i="1" dirty="0">
                <a:solidFill>
                  <a:srgbClr val="2A00FF"/>
                </a:solidFill>
                <a:latin typeface="Consolas" panose="020B0609020204030204" pitchFamily="49" charset="0"/>
              </a:rPr>
              <a:t>"*{gender}"</a:t>
            </a:r>
            <a:r>
              <a:rPr lang="en-US" sz="1400" dirty="0">
                <a:solidFill>
                  <a:srgbClr val="000000"/>
                </a:solidFill>
                <a:latin typeface="Consolas" panose="020B0609020204030204" pitchFamily="49" charset="0"/>
              </a:rPr>
              <a:t> </a:t>
            </a:r>
            <a:r>
              <a:rPr lang="en-US" sz="1400" dirty="0">
                <a:solidFill>
                  <a:srgbClr val="7F007F"/>
                </a:solidFill>
                <a:latin typeface="Consolas" panose="020B0609020204030204" pitchFamily="49" charset="0"/>
              </a:rPr>
              <a:t>value</a:t>
            </a:r>
            <a:r>
              <a:rPr lang="en-US" sz="1400" dirty="0">
                <a:solidFill>
                  <a:srgbClr val="000000"/>
                </a:solidFill>
                <a:latin typeface="Consolas" panose="020B0609020204030204" pitchFamily="49" charset="0"/>
              </a:rPr>
              <a:t>=</a:t>
            </a:r>
            <a:r>
              <a:rPr lang="en-US" sz="1400" i="1" dirty="0">
                <a:solidFill>
                  <a:srgbClr val="2A00FF"/>
                </a:solidFill>
                <a:latin typeface="Consolas" panose="020B0609020204030204" pitchFamily="49" charset="0"/>
              </a:rPr>
              <a:t>"Male"</a:t>
            </a:r>
            <a:r>
              <a:rPr lang="en-US" sz="1400" dirty="0">
                <a:solidFill>
                  <a:srgbClr val="008080"/>
                </a:solidFill>
                <a:latin typeface="Consolas" panose="020B0609020204030204" pitchFamily="49" charset="0"/>
              </a:rPr>
              <a:t>/&gt;</a:t>
            </a:r>
            <a:r>
              <a:rPr lang="en-US" sz="1400" dirty="0">
                <a:solidFill>
                  <a:srgbClr val="000000"/>
                </a:solidFill>
                <a:latin typeface="Consolas" panose="020B0609020204030204" pitchFamily="49" charset="0"/>
              </a:rPr>
              <a:t> Male</a:t>
            </a:r>
          </a:p>
          <a:p>
            <a:r>
              <a:rPr lang="en-US" sz="1400" dirty="0">
                <a:solidFill>
                  <a:srgbClr val="008080"/>
                </a:solidFill>
                <a:latin typeface="Consolas" panose="020B0609020204030204" pitchFamily="49" charset="0"/>
              </a:rPr>
              <a:t>&lt;</a:t>
            </a:r>
            <a:r>
              <a:rPr lang="en-US" sz="1400" dirty="0">
                <a:solidFill>
                  <a:srgbClr val="3F7F7F"/>
                </a:solidFill>
                <a:latin typeface="Consolas" panose="020B0609020204030204" pitchFamily="49" charset="0"/>
              </a:rPr>
              <a:t>input</a:t>
            </a:r>
            <a:r>
              <a:rPr lang="en-US" sz="1400" dirty="0">
                <a:solidFill>
                  <a:srgbClr val="000000"/>
                </a:solidFill>
                <a:latin typeface="Consolas" panose="020B0609020204030204" pitchFamily="49" charset="0"/>
              </a:rPr>
              <a:t> </a:t>
            </a:r>
            <a:r>
              <a:rPr lang="en-US" sz="1400" dirty="0">
                <a:solidFill>
                  <a:srgbClr val="7F007F"/>
                </a:solidFill>
                <a:latin typeface="Consolas" panose="020B0609020204030204" pitchFamily="49" charset="0"/>
              </a:rPr>
              <a:t>type</a:t>
            </a:r>
            <a:r>
              <a:rPr lang="en-US" sz="1400" dirty="0">
                <a:solidFill>
                  <a:srgbClr val="000000"/>
                </a:solidFill>
                <a:latin typeface="Consolas" panose="020B0609020204030204" pitchFamily="49" charset="0"/>
              </a:rPr>
              <a:t>=</a:t>
            </a:r>
            <a:r>
              <a:rPr lang="en-US" sz="1400" i="1" dirty="0">
                <a:solidFill>
                  <a:srgbClr val="2A00FF"/>
                </a:solidFill>
                <a:latin typeface="Consolas" panose="020B0609020204030204" pitchFamily="49" charset="0"/>
              </a:rPr>
              <a:t>"radio"</a:t>
            </a:r>
            <a:r>
              <a:rPr lang="en-US" sz="1400" dirty="0">
                <a:solidFill>
                  <a:srgbClr val="000000"/>
                </a:solidFill>
                <a:latin typeface="Consolas" panose="020B0609020204030204" pitchFamily="49" charset="0"/>
              </a:rPr>
              <a:t> </a:t>
            </a:r>
            <a:r>
              <a:rPr lang="en-US" sz="1400" dirty="0" err="1">
                <a:solidFill>
                  <a:srgbClr val="7F007F"/>
                </a:solidFill>
                <a:latin typeface="Consolas" panose="020B0609020204030204" pitchFamily="49" charset="0"/>
              </a:rPr>
              <a:t>th:field</a:t>
            </a:r>
            <a:r>
              <a:rPr lang="en-US" sz="1400" dirty="0">
                <a:solidFill>
                  <a:srgbClr val="000000"/>
                </a:solidFill>
                <a:latin typeface="Consolas" panose="020B0609020204030204" pitchFamily="49" charset="0"/>
              </a:rPr>
              <a:t>=</a:t>
            </a:r>
            <a:r>
              <a:rPr lang="en-US" sz="1400" i="1" dirty="0">
                <a:solidFill>
                  <a:srgbClr val="2A00FF"/>
                </a:solidFill>
                <a:latin typeface="Consolas" panose="020B0609020204030204" pitchFamily="49" charset="0"/>
              </a:rPr>
              <a:t>"*{gender}"</a:t>
            </a:r>
            <a:r>
              <a:rPr lang="en-US" sz="1400" dirty="0">
                <a:solidFill>
                  <a:srgbClr val="000000"/>
                </a:solidFill>
                <a:latin typeface="Consolas" panose="020B0609020204030204" pitchFamily="49" charset="0"/>
              </a:rPr>
              <a:t> </a:t>
            </a:r>
            <a:r>
              <a:rPr lang="en-US" sz="1400" dirty="0">
                <a:solidFill>
                  <a:srgbClr val="7F007F"/>
                </a:solidFill>
                <a:latin typeface="Consolas" panose="020B0609020204030204" pitchFamily="49" charset="0"/>
              </a:rPr>
              <a:t>value</a:t>
            </a:r>
            <a:r>
              <a:rPr lang="en-US" sz="1400" dirty="0">
                <a:solidFill>
                  <a:srgbClr val="000000"/>
                </a:solidFill>
                <a:latin typeface="Consolas" panose="020B0609020204030204" pitchFamily="49" charset="0"/>
              </a:rPr>
              <a:t>=</a:t>
            </a:r>
            <a:r>
              <a:rPr lang="en-US" sz="1400" i="1" dirty="0">
                <a:solidFill>
                  <a:srgbClr val="2A00FF"/>
                </a:solidFill>
                <a:latin typeface="Consolas" panose="020B0609020204030204" pitchFamily="49" charset="0"/>
              </a:rPr>
              <a:t>"</a:t>
            </a:r>
            <a:r>
              <a:rPr lang="en-US" sz="1400" i="1" dirty="0" err="1">
                <a:solidFill>
                  <a:srgbClr val="2A00FF"/>
                </a:solidFill>
                <a:latin typeface="Consolas" panose="020B0609020204030204" pitchFamily="49" charset="0"/>
              </a:rPr>
              <a:t>FeMale</a:t>
            </a:r>
            <a:r>
              <a:rPr lang="en-US" sz="1400" i="1" dirty="0">
                <a:solidFill>
                  <a:srgbClr val="2A00FF"/>
                </a:solidFill>
                <a:latin typeface="Consolas" panose="020B0609020204030204" pitchFamily="49" charset="0"/>
              </a:rPr>
              <a:t>"</a:t>
            </a:r>
            <a:r>
              <a:rPr lang="en-US" sz="1400" dirty="0">
                <a:solidFill>
                  <a:srgbClr val="008080"/>
                </a:solidFill>
                <a:latin typeface="Consolas" panose="020B0609020204030204" pitchFamily="49" charset="0"/>
              </a:rPr>
              <a:t>/&gt;</a:t>
            </a:r>
            <a:r>
              <a:rPr lang="en-US" sz="1400" dirty="0">
                <a:solidFill>
                  <a:srgbClr val="000000"/>
                </a:solidFill>
                <a:latin typeface="Consolas" panose="020B0609020204030204" pitchFamily="49" charset="0"/>
              </a:rPr>
              <a:t> </a:t>
            </a:r>
            <a:r>
              <a:rPr lang="en-US" sz="1400" dirty="0" err="1">
                <a:solidFill>
                  <a:srgbClr val="000000"/>
                </a:solidFill>
                <a:latin typeface="Consolas" panose="020B0609020204030204" pitchFamily="49" charset="0"/>
              </a:rPr>
              <a:t>FeMale</a:t>
            </a:r>
            <a:endParaRPr lang="en-US" sz="1400" dirty="0">
              <a:solidFill>
                <a:srgbClr val="000000"/>
              </a:solidFill>
              <a:latin typeface="Consolas" panose="020B0609020204030204" pitchFamily="49" charset="0"/>
            </a:endParaRPr>
          </a:p>
          <a:p>
            <a:r>
              <a:rPr lang="en-US" sz="1400" dirty="0">
                <a:solidFill>
                  <a:srgbClr val="008080"/>
                </a:solidFill>
                <a:latin typeface="Consolas" panose="020B0609020204030204" pitchFamily="49" charset="0"/>
              </a:rPr>
              <a:t>&lt;</a:t>
            </a:r>
            <a:r>
              <a:rPr lang="en-US" sz="1400" dirty="0" err="1">
                <a:solidFill>
                  <a:srgbClr val="3F7F7F"/>
                </a:solidFill>
                <a:latin typeface="Consolas" panose="020B0609020204030204" pitchFamily="49" charset="0"/>
              </a:rPr>
              <a:t>br</a:t>
            </a:r>
            <a:r>
              <a:rPr lang="en-US" sz="1400" dirty="0">
                <a:solidFill>
                  <a:srgbClr val="008080"/>
                </a:solidFill>
                <a:latin typeface="Consolas" panose="020B0609020204030204" pitchFamily="49" charset="0"/>
              </a:rPr>
              <a:t>/&gt;</a:t>
            </a:r>
            <a:endParaRPr lang="en-US" sz="1400" dirty="0">
              <a:solidFill>
                <a:srgbClr val="000000"/>
              </a:solidFill>
              <a:latin typeface="Consolas" panose="020B0609020204030204" pitchFamily="49" charset="0"/>
            </a:endParaRPr>
          </a:p>
          <a:p>
            <a:r>
              <a:rPr lang="en-US" sz="1400" dirty="0">
                <a:solidFill>
                  <a:srgbClr val="008080"/>
                </a:solidFill>
                <a:latin typeface="Consolas" panose="020B0609020204030204" pitchFamily="49" charset="0"/>
              </a:rPr>
              <a:t>&lt;</a:t>
            </a:r>
            <a:r>
              <a:rPr lang="en-US" sz="1400" dirty="0">
                <a:solidFill>
                  <a:srgbClr val="3F7F7F"/>
                </a:solidFill>
                <a:latin typeface="Consolas" panose="020B0609020204030204" pitchFamily="49" charset="0"/>
              </a:rPr>
              <a:t>label</a:t>
            </a:r>
            <a:r>
              <a:rPr lang="en-US" sz="1400" dirty="0">
                <a:solidFill>
                  <a:srgbClr val="008080"/>
                </a:solidFill>
                <a:latin typeface="Consolas" panose="020B0609020204030204" pitchFamily="49" charset="0"/>
              </a:rPr>
              <a:t>&gt;</a:t>
            </a:r>
            <a:r>
              <a:rPr lang="en-US" sz="1400" dirty="0">
                <a:solidFill>
                  <a:srgbClr val="000000"/>
                </a:solidFill>
                <a:latin typeface="Consolas" panose="020B0609020204030204" pitchFamily="49" charset="0"/>
              </a:rPr>
              <a:t>Note:</a:t>
            </a:r>
            <a:r>
              <a:rPr lang="en-US" sz="1400" dirty="0">
                <a:solidFill>
                  <a:srgbClr val="008080"/>
                </a:solidFill>
                <a:latin typeface="Consolas" panose="020B0609020204030204" pitchFamily="49" charset="0"/>
              </a:rPr>
              <a:t>&lt;/</a:t>
            </a:r>
            <a:r>
              <a:rPr lang="en-US" sz="1400" dirty="0">
                <a:solidFill>
                  <a:srgbClr val="3F7F7F"/>
                </a:solidFill>
                <a:latin typeface="Consolas" panose="020B0609020204030204" pitchFamily="49" charset="0"/>
              </a:rPr>
              <a:t>label</a:t>
            </a:r>
            <a:r>
              <a:rPr lang="en-US" sz="1400" dirty="0">
                <a:solidFill>
                  <a:srgbClr val="008080"/>
                </a:solidFill>
                <a:latin typeface="Consolas" panose="020B0609020204030204" pitchFamily="49" charset="0"/>
              </a:rPr>
              <a:t>&gt;</a:t>
            </a:r>
            <a:endParaRPr lang="en-US" sz="1400" dirty="0">
              <a:solidFill>
                <a:srgbClr val="000000"/>
              </a:solidFill>
              <a:latin typeface="Consolas" panose="020B0609020204030204" pitchFamily="49" charset="0"/>
            </a:endParaRPr>
          </a:p>
          <a:p>
            <a:r>
              <a:rPr lang="en-US" sz="1400" dirty="0">
                <a:solidFill>
                  <a:srgbClr val="008080"/>
                </a:solidFill>
                <a:latin typeface="Consolas" panose="020B0609020204030204" pitchFamily="49" charset="0"/>
              </a:rPr>
              <a:t>&lt;</a:t>
            </a:r>
            <a:r>
              <a:rPr lang="en-US" sz="1400" dirty="0" err="1">
                <a:solidFill>
                  <a:srgbClr val="3F7F7F"/>
                </a:solidFill>
                <a:latin typeface="Consolas" panose="020B0609020204030204" pitchFamily="49" charset="0"/>
              </a:rPr>
              <a:t>textarea</a:t>
            </a:r>
            <a:r>
              <a:rPr lang="en-US" sz="1400" dirty="0">
                <a:solidFill>
                  <a:srgbClr val="000000"/>
                </a:solidFill>
                <a:latin typeface="Consolas" panose="020B0609020204030204" pitchFamily="49" charset="0"/>
              </a:rPr>
              <a:t> </a:t>
            </a:r>
            <a:r>
              <a:rPr lang="en-US" sz="1400" dirty="0">
                <a:solidFill>
                  <a:srgbClr val="7F007F"/>
                </a:solidFill>
                <a:latin typeface="Consolas" panose="020B0609020204030204" pitchFamily="49" charset="0"/>
              </a:rPr>
              <a:t>rows</a:t>
            </a:r>
            <a:r>
              <a:rPr lang="en-US" sz="1400" dirty="0">
                <a:solidFill>
                  <a:srgbClr val="000000"/>
                </a:solidFill>
                <a:latin typeface="Consolas" panose="020B0609020204030204" pitchFamily="49" charset="0"/>
              </a:rPr>
              <a:t>=</a:t>
            </a:r>
            <a:r>
              <a:rPr lang="en-US" sz="1400" i="1" dirty="0">
                <a:solidFill>
                  <a:srgbClr val="2A00FF"/>
                </a:solidFill>
                <a:latin typeface="Consolas" panose="020B0609020204030204" pitchFamily="49" charset="0"/>
              </a:rPr>
              <a:t>"5"</a:t>
            </a:r>
            <a:r>
              <a:rPr lang="en-US" sz="1400" dirty="0">
                <a:solidFill>
                  <a:srgbClr val="000000"/>
                </a:solidFill>
                <a:latin typeface="Consolas" panose="020B0609020204030204" pitchFamily="49" charset="0"/>
              </a:rPr>
              <a:t> </a:t>
            </a:r>
            <a:r>
              <a:rPr lang="en-US" sz="1400" dirty="0">
                <a:solidFill>
                  <a:srgbClr val="7F007F"/>
                </a:solidFill>
                <a:latin typeface="Consolas" panose="020B0609020204030204" pitchFamily="49" charset="0"/>
              </a:rPr>
              <a:t>cols</a:t>
            </a:r>
            <a:r>
              <a:rPr lang="en-US" sz="1400" dirty="0">
                <a:solidFill>
                  <a:srgbClr val="000000"/>
                </a:solidFill>
                <a:latin typeface="Consolas" panose="020B0609020204030204" pitchFamily="49" charset="0"/>
              </a:rPr>
              <a:t>=</a:t>
            </a:r>
            <a:r>
              <a:rPr lang="en-US" sz="1400" i="1" dirty="0">
                <a:solidFill>
                  <a:srgbClr val="2A00FF"/>
                </a:solidFill>
                <a:latin typeface="Consolas" panose="020B0609020204030204" pitchFamily="49" charset="0"/>
              </a:rPr>
              <a:t>"20"</a:t>
            </a:r>
            <a:r>
              <a:rPr lang="en-US" sz="1400" dirty="0">
                <a:solidFill>
                  <a:srgbClr val="000000"/>
                </a:solidFill>
                <a:latin typeface="Consolas" panose="020B0609020204030204" pitchFamily="49" charset="0"/>
              </a:rPr>
              <a:t> </a:t>
            </a:r>
            <a:r>
              <a:rPr lang="en-US" sz="1400" dirty="0" err="1">
                <a:solidFill>
                  <a:srgbClr val="7F007F"/>
                </a:solidFill>
                <a:latin typeface="Consolas" panose="020B0609020204030204" pitchFamily="49" charset="0"/>
              </a:rPr>
              <a:t>th:field</a:t>
            </a:r>
            <a:r>
              <a:rPr lang="en-US" sz="1400" dirty="0">
                <a:solidFill>
                  <a:srgbClr val="000000"/>
                </a:solidFill>
                <a:latin typeface="Consolas" panose="020B0609020204030204" pitchFamily="49" charset="0"/>
              </a:rPr>
              <a:t>=</a:t>
            </a:r>
            <a:r>
              <a:rPr lang="en-US" sz="1400" i="1" dirty="0">
                <a:solidFill>
                  <a:srgbClr val="2A00FF"/>
                </a:solidFill>
                <a:latin typeface="Consolas" panose="020B0609020204030204" pitchFamily="49" charset="0"/>
              </a:rPr>
              <a:t>"*{note}"</a:t>
            </a:r>
            <a:r>
              <a:rPr lang="en-US" sz="1400" dirty="0">
                <a:solidFill>
                  <a:srgbClr val="008080"/>
                </a:solidFill>
                <a:latin typeface="Consolas" panose="020B0609020204030204" pitchFamily="49" charset="0"/>
              </a:rPr>
              <a:t>&gt;&lt;/</a:t>
            </a:r>
            <a:r>
              <a:rPr lang="en-US" sz="1400" dirty="0" err="1">
                <a:solidFill>
                  <a:srgbClr val="3F7F7F"/>
                </a:solidFill>
                <a:latin typeface="Consolas" panose="020B0609020204030204" pitchFamily="49" charset="0"/>
              </a:rPr>
              <a:t>textarea</a:t>
            </a:r>
            <a:r>
              <a:rPr lang="en-US" sz="1400" dirty="0">
                <a:solidFill>
                  <a:srgbClr val="008080"/>
                </a:solidFill>
                <a:latin typeface="Consolas" panose="020B0609020204030204" pitchFamily="49" charset="0"/>
              </a:rPr>
              <a:t>&gt;</a:t>
            </a:r>
            <a:endParaRPr lang="en-US" sz="1400" dirty="0">
              <a:solidFill>
                <a:srgbClr val="000000"/>
              </a:solidFill>
              <a:latin typeface="Consolas" panose="020B0609020204030204" pitchFamily="49" charset="0"/>
            </a:endParaRPr>
          </a:p>
          <a:p>
            <a:r>
              <a:rPr lang="en-US" sz="1400" dirty="0">
                <a:solidFill>
                  <a:srgbClr val="008080"/>
                </a:solidFill>
                <a:latin typeface="Consolas" panose="020B0609020204030204" pitchFamily="49" charset="0"/>
              </a:rPr>
              <a:t>&lt;</a:t>
            </a:r>
            <a:r>
              <a:rPr lang="en-US" sz="1400" dirty="0" err="1">
                <a:solidFill>
                  <a:srgbClr val="3F7F7F"/>
                </a:solidFill>
                <a:latin typeface="Consolas" panose="020B0609020204030204" pitchFamily="49" charset="0"/>
              </a:rPr>
              <a:t>br</a:t>
            </a:r>
            <a:r>
              <a:rPr lang="en-US" sz="1400" dirty="0">
                <a:solidFill>
                  <a:srgbClr val="008080"/>
                </a:solidFill>
                <a:latin typeface="Consolas" panose="020B0609020204030204" pitchFamily="49" charset="0"/>
              </a:rPr>
              <a:t>/&gt;</a:t>
            </a:r>
            <a:endParaRPr lang="en-US" sz="1400" dirty="0">
              <a:solidFill>
                <a:srgbClr val="000000"/>
              </a:solidFill>
              <a:latin typeface="Consolas" panose="020B0609020204030204" pitchFamily="49" charset="0"/>
            </a:endParaRPr>
          </a:p>
          <a:p>
            <a:r>
              <a:rPr lang="en-US" sz="1400" dirty="0">
                <a:solidFill>
                  <a:srgbClr val="008080"/>
                </a:solidFill>
                <a:latin typeface="Consolas" panose="020B0609020204030204" pitchFamily="49" charset="0"/>
              </a:rPr>
              <a:t>&lt;</a:t>
            </a:r>
            <a:r>
              <a:rPr lang="en-US" sz="1400" dirty="0">
                <a:solidFill>
                  <a:srgbClr val="3F7F7F"/>
                </a:solidFill>
                <a:latin typeface="Consolas" panose="020B0609020204030204" pitchFamily="49" charset="0"/>
              </a:rPr>
              <a:t>button</a:t>
            </a:r>
            <a:r>
              <a:rPr lang="en-US" sz="1400" dirty="0">
                <a:solidFill>
                  <a:srgbClr val="000000"/>
                </a:solidFill>
                <a:latin typeface="Consolas" panose="020B0609020204030204" pitchFamily="49" charset="0"/>
              </a:rPr>
              <a:t> </a:t>
            </a:r>
            <a:r>
              <a:rPr lang="en-US" sz="1400" dirty="0">
                <a:solidFill>
                  <a:srgbClr val="7F007F"/>
                </a:solidFill>
                <a:latin typeface="Consolas" panose="020B0609020204030204" pitchFamily="49" charset="0"/>
              </a:rPr>
              <a:t>type</a:t>
            </a:r>
            <a:r>
              <a:rPr lang="en-US" sz="1400" dirty="0">
                <a:solidFill>
                  <a:srgbClr val="000000"/>
                </a:solidFill>
                <a:latin typeface="Consolas" panose="020B0609020204030204" pitchFamily="49" charset="0"/>
              </a:rPr>
              <a:t>=</a:t>
            </a:r>
            <a:r>
              <a:rPr lang="en-US" sz="1400" i="1" dirty="0">
                <a:solidFill>
                  <a:srgbClr val="2A00FF"/>
                </a:solidFill>
                <a:latin typeface="Consolas" panose="020B0609020204030204" pitchFamily="49" charset="0"/>
              </a:rPr>
              <a:t>"submit"</a:t>
            </a:r>
            <a:r>
              <a:rPr lang="en-US" sz="1400" dirty="0">
                <a:solidFill>
                  <a:srgbClr val="008080"/>
                </a:solidFill>
                <a:latin typeface="Consolas" panose="020B0609020204030204" pitchFamily="49" charset="0"/>
              </a:rPr>
              <a:t>&gt;</a:t>
            </a:r>
            <a:r>
              <a:rPr lang="en-US" sz="1400" dirty="0">
                <a:solidFill>
                  <a:srgbClr val="000000"/>
                </a:solidFill>
                <a:latin typeface="Consolas" panose="020B0609020204030204" pitchFamily="49" charset="0"/>
              </a:rPr>
              <a:t>Register</a:t>
            </a:r>
            <a:r>
              <a:rPr lang="en-US" sz="1400" dirty="0">
                <a:solidFill>
                  <a:srgbClr val="008080"/>
                </a:solidFill>
                <a:latin typeface="Consolas" panose="020B0609020204030204" pitchFamily="49" charset="0"/>
              </a:rPr>
              <a:t>&lt;/</a:t>
            </a:r>
            <a:r>
              <a:rPr lang="en-US" sz="1400" dirty="0">
                <a:solidFill>
                  <a:srgbClr val="3F7F7F"/>
                </a:solidFill>
                <a:latin typeface="Consolas" panose="020B0609020204030204" pitchFamily="49" charset="0"/>
              </a:rPr>
              <a:t>button</a:t>
            </a:r>
            <a:r>
              <a:rPr lang="en-US" sz="1400" dirty="0">
                <a:solidFill>
                  <a:srgbClr val="008080"/>
                </a:solidFill>
                <a:latin typeface="Consolas" panose="020B0609020204030204" pitchFamily="49" charset="0"/>
              </a:rPr>
              <a:t>&gt;</a:t>
            </a:r>
            <a:endParaRPr lang="en-US" sz="1400" dirty="0">
              <a:solidFill>
                <a:srgbClr val="000000"/>
              </a:solidFill>
              <a:latin typeface="Consolas" panose="020B0609020204030204" pitchFamily="49" charset="0"/>
            </a:endParaRPr>
          </a:p>
          <a:p>
            <a:r>
              <a:rPr lang="en-US" sz="1400" dirty="0">
                <a:solidFill>
                  <a:srgbClr val="008080"/>
                </a:solidFill>
                <a:latin typeface="Consolas" panose="020B0609020204030204" pitchFamily="49" charset="0"/>
              </a:rPr>
              <a:t>&lt;/</a:t>
            </a:r>
            <a:r>
              <a:rPr lang="en-US" sz="1400" dirty="0">
                <a:solidFill>
                  <a:srgbClr val="3F7F7F"/>
                </a:solidFill>
                <a:latin typeface="Consolas" panose="020B0609020204030204" pitchFamily="49" charset="0"/>
              </a:rPr>
              <a:t>form</a:t>
            </a:r>
            <a:r>
              <a:rPr lang="en-US" sz="1400" dirty="0">
                <a:solidFill>
                  <a:srgbClr val="008080"/>
                </a:solidFill>
                <a:latin typeface="Consolas" panose="020B0609020204030204" pitchFamily="49" charset="0"/>
              </a:rPr>
              <a:t>&gt;</a:t>
            </a:r>
            <a:endParaRPr lang="en-US" sz="1400" dirty="0">
              <a:solidFill>
                <a:srgbClr val="000000"/>
              </a:solidFill>
              <a:latin typeface="Consolas" panose="020B0609020204030204" pitchFamily="49" charset="0"/>
            </a:endParaRPr>
          </a:p>
          <a:p>
            <a:r>
              <a:rPr lang="en-US" sz="1400" dirty="0">
                <a:solidFill>
                  <a:srgbClr val="008080"/>
                </a:solidFill>
                <a:latin typeface="Consolas" panose="020B0609020204030204" pitchFamily="49" charset="0"/>
              </a:rPr>
              <a:t>&lt;/</a:t>
            </a:r>
            <a:r>
              <a:rPr lang="en-US" sz="1400" dirty="0">
                <a:solidFill>
                  <a:srgbClr val="3F7F7F"/>
                </a:solidFill>
                <a:latin typeface="Consolas" panose="020B0609020204030204" pitchFamily="49" charset="0"/>
              </a:rPr>
              <a:t>div</a:t>
            </a:r>
            <a:r>
              <a:rPr lang="en-US" sz="1400" dirty="0">
                <a:solidFill>
                  <a:srgbClr val="008080"/>
                </a:solidFill>
                <a:latin typeface="Consolas" panose="020B0609020204030204" pitchFamily="49" charset="0"/>
              </a:rPr>
              <a:t>&gt;</a:t>
            </a:r>
            <a:endParaRPr lang="en-US" sz="1400" dirty="0">
              <a:solidFill>
                <a:srgbClr val="000000"/>
              </a:solidFill>
              <a:latin typeface="Consolas" panose="020B0609020204030204" pitchFamily="49" charset="0"/>
            </a:endParaRPr>
          </a:p>
          <a:p>
            <a:r>
              <a:rPr lang="en-US" sz="1400" dirty="0">
                <a:solidFill>
                  <a:srgbClr val="008080"/>
                </a:solidFill>
                <a:latin typeface="Consolas" panose="020B0609020204030204" pitchFamily="49" charset="0"/>
              </a:rPr>
              <a:t>&lt;/</a:t>
            </a:r>
            <a:r>
              <a:rPr lang="en-US" sz="1400" dirty="0">
                <a:solidFill>
                  <a:srgbClr val="3F7F7F"/>
                </a:solidFill>
                <a:latin typeface="Consolas" panose="020B0609020204030204" pitchFamily="49" charset="0"/>
              </a:rPr>
              <a:t>body</a:t>
            </a:r>
            <a:r>
              <a:rPr lang="en-US" sz="1400" dirty="0">
                <a:solidFill>
                  <a:srgbClr val="008080"/>
                </a:solidFill>
                <a:latin typeface="Consolas" panose="020B0609020204030204" pitchFamily="49" charset="0"/>
              </a:rPr>
              <a:t>&gt;</a:t>
            </a:r>
            <a:endParaRPr lang="en-US" sz="1400" dirty="0">
              <a:solidFill>
                <a:srgbClr val="000000"/>
              </a:solidFill>
              <a:latin typeface="Consolas" panose="020B0609020204030204" pitchFamily="49" charset="0"/>
            </a:endParaRPr>
          </a:p>
          <a:p>
            <a:r>
              <a:rPr lang="en-US" sz="1400" dirty="0">
                <a:solidFill>
                  <a:srgbClr val="008080"/>
                </a:solidFill>
                <a:latin typeface="Consolas" panose="020B0609020204030204" pitchFamily="49" charset="0"/>
              </a:rPr>
              <a:t>&lt;/</a:t>
            </a:r>
            <a:r>
              <a:rPr lang="en-US" sz="1400" dirty="0">
                <a:solidFill>
                  <a:srgbClr val="3F7F7F"/>
                </a:solidFill>
                <a:latin typeface="Consolas" panose="020B0609020204030204" pitchFamily="49" charset="0"/>
              </a:rPr>
              <a:t>html</a:t>
            </a:r>
            <a:r>
              <a:rPr lang="en-US" sz="1400" dirty="0">
                <a:solidFill>
                  <a:srgbClr val="008080"/>
                </a:solidFill>
                <a:latin typeface="Consolas" panose="020B0609020204030204" pitchFamily="49" charset="0"/>
              </a:rPr>
              <a:t>&gt;</a:t>
            </a:r>
            <a:endParaRPr lang="en-US" sz="1400" dirty="0">
              <a:solidFill>
                <a:srgbClr val="000000"/>
              </a:solidFill>
              <a:latin typeface="Consolas" panose="020B0609020204030204" pitchFamily="49" charset="0"/>
            </a:endParaRPr>
          </a:p>
        </p:txBody>
      </p:sp>
    </p:spTree>
    <p:extLst>
      <p:ext uri="{BB962C8B-B14F-4D97-AF65-F5344CB8AC3E}">
        <p14:creationId xmlns:p14="http://schemas.microsoft.com/office/powerpoint/2010/main" val="816875015"/>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CA17B3E7-0816-C9EA-10A3-7D6463FCF1B6}"/>
              </a:ext>
            </a:extLst>
          </p:cNvPr>
          <p:cNvSpPr/>
          <p:nvPr/>
        </p:nvSpPr>
        <p:spPr>
          <a:xfrm>
            <a:off x="2166938" y="0"/>
            <a:ext cx="7277100" cy="797671"/>
          </a:xfrm>
          <a:prstGeom prst="rect">
            <a:avLst/>
          </a:prstGeom>
          <a:solidFill>
            <a:srgbClr val="7395D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smtClean="0">
                <a:solidFill>
                  <a:schemeClr val="tx1"/>
                </a:solidFill>
                <a:latin typeface="Baskerville Old Face" panose="02020602080505020303" pitchFamily="18" charset="0"/>
              </a:rPr>
              <a:t>Success Form </a:t>
            </a:r>
            <a:endParaRPr lang="en-IN" sz="2800" dirty="0">
              <a:latin typeface="Bookman Old Style" panose="02050604050505020204" pitchFamily="18" charset="0"/>
            </a:endParaRPr>
          </a:p>
        </p:txBody>
      </p:sp>
      <p:pic>
        <p:nvPicPr>
          <p:cNvPr id="8" name="Picture 7">
            <a:extLst>
              <a:ext uri="{FF2B5EF4-FFF2-40B4-BE49-F238E27FC236}">
                <a16:creationId xmlns:a16="http://schemas.microsoft.com/office/drawing/2014/main" id="{9521783E-C584-0B64-E266-16603B17D53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172702" y="0"/>
            <a:ext cx="1881186" cy="906871"/>
          </a:xfrm>
          <a:prstGeom prst="rect">
            <a:avLst/>
          </a:prstGeom>
        </p:spPr>
      </p:pic>
      <p:pic>
        <p:nvPicPr>
          <p:cNvPr id="12" name="Picture 11">
            <a:extLst>
              <a:ext uri="{FF2B5EF4-FFF2-40B4-BE49-F238E27FC236}">
                <a16:creationId xmlns:a16="http://schemas.microsoft.com/office/drawing/2014/main" id="{D80704AD-12EF-9FAD-D8CC-E8D6E9D8A14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42900" y="63176"/>
            <a:ext cx="1095374" cy="797671"/>
          </a:xfrm>
          <a:prstGeom prst="rect">
            <a:avLst/>
          </a:prstGeom>
        </p:spPr>
      </p:pic>
      <p:sp>
        <p:nvSpPr>
          <p:cNvPr id="13" name="TextBox 12">
            <a:extLst>
              <a:ext uri="{FF2B5EF4-FFF2-40B4-BE49-F238E27FC236}">
                <a16:creationId xmlns:a16="http://schemas.microsoft.com/office/drawing/2014/main" id="{03632241-DE4D-CE6B-25CB-D587DF2F8B29}"/>
              </a:ext>
            </a:extLst>
          </p:cNvPr>
          <p:cNvSpPr txBox="1"/>
          <p:nvPr/>
        </p:nvSpPr>
        <p:spPr>
          <a:xfrm>
            <a:off x="290513" y="741925"/>
            <a:ext cx="11029950" cy="861774"/>
          </a:xfrm>
          <a:prstGeom prst="rect">
            <a:avLst/>
          </a:prstGeom>
          <a:noFill/>
        </p:spPr>
        <p:txBody>
          <a:bodyPr wrap="square" rtlCol="0">
            <a:spAutoFit/>
          </a:bodyPr>
          <a:lstStyle/>
          <a:p>
            <a:pPr>
              <a:lnSpc>
                <a:spcPct val="150000"/>
              </a:lnSpc>
            </a:pPr>
            <a:endParaRPr lang="en-IN" sz="2000" b="1" dirty="0">
              <a:solidFill>
                <a:srgbClr val="C00000"/>
              </a:solidFill>
              <a:latin typeface="Bookman Old Style" panose="02050604050505020204" pitchFamily="18" charset="0"/>
            </a:endParaRPr>
          </a:p>
          <a:p>
            <a:endParaRPr lang="en-IN" sz="2000" dirty="0">
              <a:latin typeface="Bookman Old Style" panose="02050604050505020204" pitchFamily="18" charset="0"/>
            </a:endParaRPr>
          </a:p>
        </p:txBody>
      </p:sp>
      <p:sp>
        <p:nvSpPr>
          <p:cNvPr id="2" name="Rectangle 1"/>
          <p:cNvSpPr/>
          <p:nvPr/>
        </p:nvSpPr>
        <p:spPr>
          <a:xfrm>
            <a:off x="500063" y="1330553"/>
            <a:ext cx="11691937" cy="5078313"/>
          </a:xfrm>
          <a:prstGeom prst="rect">
            <a:avLst/>
          </a:prstGeom>
        </p:spPr>
        <p:txBody>
          <a:bodyPr wrap="square" numCol="2">
            <a:spAutoFit/>
          </a:bodyPr>
          <a:lstStyle/>
          <a:p>
            <a:r>
              <a:rPr lang="en-US" dirty="0">
                <a:solidFill>
                  <a:srgbClr val="008080"/>
                </a:solidFill>
                <a:latin typeface="Consolas" panose="020B0609020204030204" pitchFamily="49" charset="0"/>
              </a:rPr>
              <a:t>&lt;!</a:t>
            </a:r>
            <a:r>
              <a:rPr lang="en-US" dirty="0">
                <a:solidFill>
                  <a:srgbClr val="3F7F7F"/>
                </a:solidFill>
                <a:latin typeface="Consolas" panose="020B0609020204030204" pitchFamily="49" charset="0"/>
              </a:rPr>
              <a:t>DOCTYPE</a:t>
            </a:r>
            <a:r>
              <a:rPr lang="en-US" dirty="0">
                <a:solidFill>
                  <a:srgbClr val="000000"/>
                </a:solidFill>
                <a:latin typeface="Consolas" panose="020B0609020204030204" pitchFamily="49" charset="0"/>
              </a:rPr>
              <a:t> </a:t>
            </a:r>
            <a:r>
              <a:rPr lang="en-US" dirty="0">
                <a:solidFill>
                  <a:srgbClr val="008080"/>
                </a:solidFill>
                <a:latin typeface="Consolas" panose="020B0609020204030204" pitchFamily="49" charset="0"/>
              </a:rPr>
              <a:t>html&gt;</a:t>
            </a:r>
            <a:endParaRPr lang="en-US" dirty="0">
              <a:solidFill>
                <a:srgbClr val="000000"/>
              </a:solidFill>
              <a:latin typeface="Consolas" panose="020B0609020204030204" pitchFamily="49" charset="0"/>
            </a:endParaRPr>
          </a:p>
          <a:p>
            <a:r>
              <a:rPr lang="en-US" dirty="0">
                <a:solidFill>
                  <a:srgbClr val="008080"/>
                </a:solidFill>
                <a:latin typeface="Consolas" panose="020B0609020204030204" pitchFamily="49" charset="0"/>
              </a:rPr>
              <a:t>&lt;</a:t>
            </a:r>
            <a:r>
              <a:rPr lang="en-US" dirty="0">
                <a:solidFill>
                  <a:srgbClr val="3F7F7F"/>
                </a:solidFill>
                <a:latin typeface="Consolas" panose="020B0609020204030204" pitchFamily="49" charset="0"/>
              </a:rPr>
              <a:t>html</a:t>
            </a:r>
            <a:r>
              <a:rPr lang="en-US" dirty="0">
                <a:solidFill>
                  <a:srgbClr val="000000"/>
                </a:solidFill>
                <a:latin typeface="Consolas" panose="020B0609020204030204" pitchFamily="49" charset="0"/>
              </a:rPr>
              <a:t> </a:t>
            </a:r>
            <a:r>
              <a:rPr lang="en-US" dirty="0" err="1">
                <a:solidFill>
                  <a:srgbClr val="7F007F"/>
                </a:solidFill>
                <a:latin typeface="Consolas" panose="020B0609020204030204" pitchFamily="49" charset="0"/>
              </a:rPr>
              <a:t>xmlns:th</a:t>
            </a:r>
            <a:r>
              <a:rPr lang="en-US" dirty="0">
                <a:solidFill>
                  <a:srgbClr val="000000"/>
                </a:solidFill>
                <a:latin typeface="Consolas" panose="020B0609020204030204" pitchFamily="49" charset="0"/>
              </a:rPr>
              <a:t>=</a:t>
            </a:r>
            <a:r>
              <a:rPr lang="en-US" i="1" dirty="0">
                <a:solidFill>
                  <a:srgbClr val="2A00FF"/>
                </a:solidFill>
                <a:latin typeface="Consolas" panose="020B0609020204030204" pitchFamily="49" charset="0"/>
              </a:rPr>
              <a:t>"https://www.thymeleaf.org"</a:t>
            </a:r>
            <a:r>
              <a:rPr lang="en-US" dirty="0">
                <a:solidFill>
                  <a:srgbClr val="008080"/>
                </a:solidFill>
                <a:latin typeface="Consolas" panose="020B0609020204030204" pitchFamily="49" charset="0"/>
              </a:rPr>
              <a:t>&gt;</a:t>
            </a:r>
            <a:endParaRPr lang="en-US" dirty="0">
              <a:solidFill>
                <a:srgbClr val="000000"/>
              </a:solidFill>
              <a:latin typeface="Consolas" panose="020B0609020204030204" pitchFamily="49" charset="0"/>
            </a:endParaRPr>
          </a:p>
          <a:p>
            <a:r>
              <a:rPr lang="en-US" dirty="0">
                <a:solidFill>
                  <a:srgbClr val="008080"/>
                </a:solidFill>
                <a:latin typeface="Consolas" panose="020B0609020204030204" pitchFamily="49" charset="0"/>
              </a:rPr>
              <a:t>&lt;</a:t>
            </a:r>
            <a:r>
              <a:rPr lang="en-US" dirty="0">
                <a:solidFill>
                  <a:srgbClr val="3F7F7F"/>
                </a:solidFill>
                <a:latin typeface="Consolas" panose="020B0609020204030204" pitchFamily="49" charset="0"/>
              </a:rPr>
              <a:t>head</a:t>
            </a:r>
            <a:r>
              <a:rPr lang="en-US" dirty="0">
                <a:solidFill>
                  <a:srgbClr val="008080"/>
                </a:solidFill>
                <a:latin typeface="Consolas" panose="020B0609020204030204" pitchFamily="49" charset="0"/>
              </a:rPr>
              <a:t>&gt;</a:t>
            </a:r>
            <a:endParaRPr lang="en-US" dirty="0">
              <a:solidFill>
                <a:srgbClr val="000000"/>
              </a:solidFill>
              <a:latin typeface="Consolas" panose="020B0609020204030204" pitchFamily="49" charset="0"/>
            </a:endParaRPr>
          </a:p>
          <a:p>
            <a:r>
              <a:rPr lang="en-US" dirty="0">
                <a:solidFill>
                  <a:srgbClr val="008080"/>
                </a:solidFill>
                <a:latin typeface="Consolas" panose="020B0609020204030204" pitchFamily="49" charset="0"/>
              </a:rPr>
              <a:t>&lt;</a:t>
            </a:r>
            <a:r>
              <a:rPr lang="en-US" dirty="0">
                <a:solidFill>
                  <a:srgbClr val="3F7F7F"/>
                </a:solidFill>
                <a:latin typeface="Consolas" panose="020B0609020204030204" pitchFamily="49" charset="0"/>
              </a:rPr>
              <a:t>meta</a:t>
            </a:r>
            <a:r>
              <a:rPr lang="en-US" dirty="0">
                <a:solidFill>
                  <a:srgbClr val="000000"/>
                </a:solidFill>
                <a:latin typeface="Consolas" panose="020B0609020204030204" pitchFamily="49" charset="0"/>
              </a:rPr>
              <a:t> </a:t>
            </a:r>
            <a:r>
              <a:rPr lang="en-US" dirty="0">
                <a:solidFill>
                  <a:srgbClr val="7F007F"/>
                </a:solidFill>
                <a:latin typeface="Consolas" panose="020B0609020204030204" pitchFamily="49" charset="0"/>
              </a:rPr>
              <a:t>charset</a:t>
            </a:r>
            <a:r>
              <a:rPr lang="en-US" dirty="0">
                <a:solidFill>
                  <a:srgbClr val="000000"/>
                </a:solidFill>
                <a:latin typeface="Consolas" panose="020B0609020204030204" pitchFamily="49" charset="0"/>
              </a:rPr>
              <a:t>=</a:t>
            </a:r>
            <a:r>
              <a:rPr lang="en-US" i="1" dirty="0">
                <a:solidFill>
                  <a:srgbClr val="2A00FF"/>
                </a:solidFill>
                <a:latin typeface="Consolas" panose="020B0609020204030204" pitchFamily="49" charset="0"/>
              </a:rPr>
              <a:t>"UTF-8"</a:t>
            </a:r>
            <a:r>
              <a:rPr lang="en-US" dirty="0">
                <a:solidFill>
                  <a:srgbClr val="008080"/>
                </a:solidFill>
                <a:latin typeface="Consolas" panose="020B0609020204030204" pitchFamily="49" charset="0"/>
              </a:rPr>
              <a:t>&gt;</a:t>
            </a:r>
            <a:endParaRPr lang="en-US" dirty="0">
              <a:solidFill>
                <a:srgbClr val="000000"/>
              </a:solidFill>
              <a:latin typeface="Consolas" panose="020B0609020204030204" pitchFamily="49" charset="0"/>
            </a:endParaRPr>
          </a:p>
          <a:p>
            <a:r>
              <a:rPr lang="en-US" dirty="0">
                <a:solidFill>
                  <a:srgbClr val="008080"/>
                </a:solidFill>
                <a:latin typeface="Consolas" panose="020B0609020204030204" pitchFamily="49" charset="0"/>
              </a:rPr>
              <a:t>&lt;</a:t>
            </a:r>
            <a:r>
              <a:rPr lang="en-US" dirty="0">
                <a:solidFill>
                  <a:srgbClr val="3F7F7F"/>
                </a:solidFill>
                <a:latin typeface="Consolas" panose="020B0609020204030204" pitchFamily="49" charset="0"/>
              </a:rPr>
              <a:t>title</a:t>
            </a:r>
            <a:r>
              <a:rPr lang="en-US" dirty="0">
                <a:solidFill>
                  <a:srgbClr val="008080"/>
                </a:solidFill>
                <a:latin typeface="Consolas" panose="020B0609020204030204" pitchFamily="49" charset="0"/>
              </a:rPr>
              <a:t>&gt;</a:t>
            </a:r>
            <a:r>
              <a:rPr lang="en-US" dirty="0">
                <a:solidFill>
                  <a:srgbClr val="000000"/>
                </a:solidFill>
                <a:latin typeface="Consolas" panose="020B0609020204030204" pitchFamily="49" charset="0"/>
              </a:rPr>
              <a:t>Registration Success!!</a:t>
            </a:r>
            <a:r>
              <a:rPr lang="en-US" dirty="0">
                <a:solidFill>
                  <a:srgbClr val="008080"/>
                </a:solidFill>
                <a:latin typeface="Consolas" panose="020B0609020204030204" pitchFamily="49" charset="0"/>
              </a:rPr>
              <a:t>&lt;/</a:t>
            </a:r>
            <a:r>
              <a:rPr lang="en-US" dirty="0">
                <a:solidFill>
                  <a:srgbClr val="3F7F7F"/>
                </a:solidFill>
                <a:latin typeface="Consolas" panose="020B0609020204030204" pitchFamily="49" charset="0"/>
              </a:rPr>
              <a:t>title</a:t>
            </a:r>
            <a:r>
              <a:rPr lang="en-US" dirty="0">
                <a:solidFill>
                  <a:srgbClr val="008080"/>
                </a:solidFill>
                <a:latin typeface="Consolas" panose="020B0609020204030204" pitchFamily="49" charset="0"/>
              </a:rPr>
              <a:t>&gt;</a:t>
            </a:r>
            <a:endParaRPr lang="en-US" dirty="0">
              <a:solidFill>
                <a:srgbClr val="000000"/>
              </a:solidFill>
              <a:latin typeface="Consolas" panose="020B0609020204030204" pitchFamily="49" charset="0"/>
            </a:endParaRPr>
          </a:p>
          <a:p>
            <a:r>
              <a:rPr lang="en-US" dirty="0">
                <a:solidFill>
                  <a:srgbClr val="008080"/>
                </a:solidFill>
                <a:latin typeface="Consolas" panose="020B0609020204030204" pitchFamily="49" charset="0"/>
              </a:rPr>
              <a:t>&lt;</a:t>
            </a:r>
            <a:r>
              <a:rPr lang="en-US" dirty="0">
                <a:solidFill>
                  <a:srgbClr val="3F7F7F"/>
                </a:solidFill>
                <a:latin typeface="Consolas" panose="020B0609020204030204" pitchFamily="49" charset="0"/>
              </a:rPr>
              <a:t>style</a:t>
            </a:r>
            <a:r>
              <a:rPr lang="en-US" dirty="0">
                <a:solidFill>
                  <a:srgbClr val="000000"/>
                </a:solidFill>
                <a:latin typeface="Consolas" panose="020B0609020204030204" pitchFamily="49" charset="0"/>
              </a:rPr>
              <a:t> </a:t>
            </a:r>
            <a:r>
              <a:rPr lang="en-US" dirty="0">
                <a:solidFill>
                  <a:srgbClr val="7F007F"/>
                </a:solidFill>
                <a:latin typeface="Consolas" panose="020B0609020204030204" pitchFamily="49" charset="0"/>
              </a:rPr>
              <a:t>type</a:t>
            </a:r>
            <a:r>
              <a:rPr lang="en-US" dirty="0">
                <a:solidFill>
                  <a:srgbClr val="000000"/>
                </a:solidFill>
                <a:latin typeface="Consolas" panose="020B0609020204030204" pitchFamily="49" charset="0"/>
              </a:rPr>
              <a:t>=</a:t>
            </a:r>
            <a:r>
              <a:rPr lang="en-US" i="1" dirty="0">
                <a:solidFill>
                  <a:srgbClr val="2A00FF"/>
                </a:solidFill>
                <a:latin typeface="Consolas" panose="020B0609020204030204" pitchFamily="49" charset="0"/>
              </a:rPr>
              <a:t>"text/</a:t>
            </a:r>
            <a:r>
              <a:rPr lang="en-US" i="1" dirty="0" err="1">
                <a:solidFill>
                  <a:srgbClr val="2A00FF"/>
                </a:solidFill>
                <a:latin typeface="Consolas" panose="020B0609020204030204" pitchFamily="49" charset="0"/>
              </a:rPr>
              <a:t>css</a:t>
            </a:r>
            <a:r>
              <a:rPr lang="en-US" i="1" dirty="0">
                <a:solidFill>
                  <a:srgbClr val="2A00FF"/>
                </a:solidFill>
                <a:latin typeface="Consolas" panose="020B0609020204030204" pitchFamily="49" charset="0"/>
              </a:rPr>
              <a:t>"</a:t>
            </a:r>
            <a:r>
              <a:rPr lang="en-US" dirty="0">
                <a:solidFill>
                  <a:srgbClr val="008080"/>
                </a:solidFill>
                <a:latin typeface="Consolas" panose="020B0609020204030204" pitchFamily="49" charset="0"/>
              </a:rPr>
              <a:t>&gt;</a:t>
            </a:r>
            <a:endParaRPr lang="en-US" dirty="0">
              <a:solidFill>
                <a:srgbClr val="000000"/>
              </a:solidFill>
              <a:latin typeface="Consolas" panose="020B0609020204030204" pitchFamily="49" charset="0"/>
            </a:endParaRPr>
          </a:p>
          <a:p>
            <a:r>
              <a:rPr lang="en-US" b="1" dirty="0">
                <a:solidFill>
                  <a:srgbClr val="3F7F7F"/>
                </a:solidFill>
                <a:latin typeface="Consolas" panose="020B0609020204030204" pitchFamily="49" charset="0"/>
              </a:rPr>
              <a:t>span</a:t>
            </a:r>
            <a:endParaRPr lang="en-US" dirty="0">
              <a:solidFill>
                <a:srgbClr val="000000"/>
              </a:solidFill>
              <a:latin typeface="Consolas" panose="020B0609020204030204" pitchFamily="49" charset="0"/>
            </a:endParaRPr>
          </a:p>
          <a:p>
            <a:r>
              <a:rPr lang="en-US" dirty="0">
                <a:solidFill>
                  <a:srgbClr val="000000"/>
                </a:solidFill>
                <a:latin typeface="Consolas" panose="020B0609020204030204" pitchFamily="49" charset="0"/>
              </a:rPr>
              <a:t>{</a:t>
            </a:r>
          </a:p>
          <a:p>
            <a:r>
              <a:rPr lang="en-US" dirty="0" err="1">
                <a:solidFill>
                  <a:srgbClr val="7F007F"/>
                </a:solidFill>
                <a:latin typeface="Consolas" panose="020B0609020204030204" pitchFamily="49" charset="0"/>
              </a:rPr>
              <a:t>display</a:t>
            </a:r>
            <a:r>
              <a:rPr lang="en-US" dirty="0" err="1">
                <a:solidFill>
                  <a:srgbClr val="000000"/>
                </a:solidFill>
                <a:latin typeface="Consolas" panose="020B0609020204030204" pitchFamily="49" charset="0"/>
              </a:rPr>
              <a:t>:</a:t>
            </a:r>
            <a:r>
              <a:rPr lang="en-US" i="1" dirty="0" err="1">
                <a:solidFill>
                  <a:srgbClr val="2A00E1"/>
                </a:solidFill>
                <a:latin typeface="Consolas" panose="020B0609020204030204" pitchFamily="49" charset="0"/>
              </a:rPr>
              <a:t>inline-block</a:t>
            </a:r>
            <a:r>
              <a:rPr lang="en-US" dirty="0">
                <a:solidFill>
                  <a:srgbClr val="000000"/>
                </a:solidFill>
                <a:latin typeface="Consolas" panose="020B0609020204030204" pitchFamily="49" charset="0"/>
              </a:rPr>
              <a:t>;</a:t>
            </a:r>
          </a:p>
          <a:p>
            <a:r>
              <a:rPr lang="en-US" dirty="0">
                <a:solidFill>
                  <a:srgbClr val="7F007F"/>
                </a:solidFill>
                <a:latin typeface="Consolas" panose="020B0609020204030204" pitchFamily="49" charset="0"/>
              </a:rPr>
              <a:t>width</a:t>
            </a:r>
            <a:r>
              <a:rPr lang="en-US" dirty="0">
                <a:solidFill>
                  <a:srgbClr val="000000"/>
                </a:solidFill>
                <a:latin typeface="Consolas" panose="020B0609020204030204" pitchFamily="49" charset="0"/>
              </a:rPr>
              <a:t>:</a:t>
            </a:r>
            <a:r>
              <a:rPr lang="en-US" i="1" dirty="0">
                <a:solidFill>
                  <a:srgbClr val="2A00E1"/>
                </a:solidFill>
                <a:latin typeface="Consolas" panose="020B0609020204030204" pitchFamily="49" charset="0"/>
              </a:rPr>
              <a:t>200px</a:t>
            </a:r>
            <a:r>
              <a:rPr lang="en-US" dirty="0">
                <a:solidFill>
                  <a:srgbClr val="000000"/>
                </a:solidFill>
                <a:latin typeface="Consolas" panose="020B0609020204030204" pitchFamily="49" charset="0"/>
              </a:rPr>
              <a:t>;</a:t>
            </a:r>
          </a:p>
          <a:p>
            <a:r>
              <a:rPr lang="en-US" dirty="0" err="1">
                <a:solidFill>
                  <a:srgbClr val="7F007F"/>
                </a:solidFill>
                <a:latin typeface="Consolas" panose="020B0609020204030204" pitchFamily="49" charset="0"/>
              </a:rPr>
              <a:t>text-a</a:t>
            </a:r>
            <a:r>
              <a:rPr lang="en-US" dirty="0" err="1">
                <a:solidFill>
                  <a:srgbClr val="000000"/>
                </a:solidFill>
                <a:latin typeface="Consolas" panose="020B0609020204030204" pitchFamily="49" charset="0"/>
              </a:rPr>
              <a:t>lig</a:t>
            </a:r>
            <a:r>
              <a:rPr lang="en-US" b="1" dirty="0" err="1">
                <a:solidFill>
                  <a:srgbClr val="3F7F7F"/>
                </a:solidFill>
                <a:latin typeface="Consolas" panose="020B0609020204030204" pitchFamily="49" charset="0"/>
              </a:rPr>
              <a:t>n:le</a:t>
            </a:r>
            <a:r>
              <a:rPr lang="en-US" dirty="0" err="1">
                <a:solidFill>
                  <a:srgbClr val="000000"/>
                </a:solidFill>
                <a:latin typeface="Consolas" panose="020B0609020204030204" pitchFamily="49" charset="0"/>
              </a:rPr>
              <a:t>ft</a:t>
            </a:r>
            <a:r>
              <a:rPr lang="en-US" dirty="0">
                <a:solidFill>
                  <a:srgbClr val="000000"/>
                </a:solidFill>
                <a:latin typeface="Consolas" panose="020B0609020204030204" pitchFamily="49" charset="0"/>
              </a:rPr>
              <a:t>;</a:t>
            </a:r>
          </a:p>
          <a:p>
            <a:r>
              <a:rPr lang="en-US" dirty="0">
                <a:solidFill>
                  <a:srgbClr val="000000"/>
                </a:solidFill>
                <a:latin typeface="Consolas" panose="020B0609020204030204" pitchFamily="49" charset="0"/>
              </a:rPr>
              <a:t>}</a:t>
            </a:r>
          </a:p>
          <a:p>
            <a:r>
              <a:rPr lang="en-US" dirty="0">
                <a:solidFill>
                  <a:srgbClr val="008080"/>
                </a:solidFill>
                <a:latin typeface="Consolas" panose="020B0609020204030204" pitchFamily="49" charset="0"/>
              </a:rPr>
              <a:t>&lt;/</a:t>
            </a:r>
            <a:r>
              <a:rPr lang="en-US" dirty="0">
                <a:solidFill>
                  <a:srgbClr val="3F7F7F"/>
                </a:solidFill>
                <a:latin typeface="Consolas" panose="020B0609020204030204" pitchFamily="49" charset="0"/>
              </a:rPr>
              <a:t>style</a:t>
            </a:r>
            <a:r>
              <a:rPr lang="en-US" dirty="0">
                <a:solidFill>
                  <a:srgbClr val="008080"/>
                </a:solidFill>
                <a:latin typeface="Consolas" panose="020B0609020204030204" pitchFamily="49" charset="0"/>
              </a:rPr>
              <a:t>&gt;</a:t>
            </a:r>
            <a:endParaRPr lang="en-US" dirty="0">
              <a:solidFill>
                <a:srgbClr val="000000"/>
              </a:solidFill>
              <a:latin typeface="Consolas" panose="020B0609020204030204" pitchFamily="49" charset="0"/>
            </a:endParaRPr>
          </a:p>
          <a:p>
            <a:r>
              <a:rPr lang="en-US" dirty="0">
                <a:solidFill>
                  <a:srgbClr val="008080"/>
                </a:solidFill>
                <a:latin typeface="Consolas" panose="020B0609020204030204" pitchFamily="49" charset="0"/>
              </a:rPr>
              <a:t>&lt;/</a:t>
            </a:r>
            <a:r>
              <a:rPr lang="en-US" dirty="0">
                <a:solidFill>
                  <a:srgbClr val="3F7F7F"/>
                </a:solidFill>
                <a:latin typeface="Consolas" panose="020B0609020204030204" pitchFamily="49" charset="0"/>
              </a:rPr>
              <a:t>head</a:t>
            </a:r>
            <a:r>
              <a:rPr lang="en-US" dirty="0">
                <a:solidFill>
                  <a:srgbClr val="008080"/>
                </a:solidFill>
                <a:latin typeface="Consolas" panose="020B0609020204030204" pitchFamily="49" charset="0"/>
              </a:rPr>
              <a:t>&gt;</a:t>
            </a:r>
            <a:endParaRPr lang="en-US" dirty="0">
              <a:solidFill>
                <a:srgbClr val="000000"/>
              </a:solidFill>
              <a:latin typeface="Consolas" panose="020B0609020204030204" pitchFamily="49" charset="0"/>
            </a:endParaRPr>
          </a:p>
          <a:p>
            <a:r>
              <a:rPr lang="en-US" dirty="0">
                <a:solidFill>
                  <a:srgbClr val="008080"/>
                </a:solidFill>
                <a:latin typeface="Consolas" panose="020B0609020204030204" pitchFamily="49" charset="0"/>
              </a:rPr>
              <a:t>&lt;</a:t>
            </a:r>
            <a:r>
              <a:rPr lang="en-US" dirty="0">
                <a:solidFill>
                  <a:srgbClr val="3F7F7F"/>
                </a:solidFill>
                <a:latin typeface="Consolas" panose="020B0609020204030204" pitchFamily="49" charset="0"/>
              </a:rPr>
              <a:t>body</a:t>
            </a:r>
            <a:r>
              <a:rPr lang="en-US" dirty="0">
                <a:solidFill>
                  <a:srgbClr val="008080"/>
                </a:solidFill>
                <a:latin typeface="Consolas" panose="020B0609020204030204" pitchFamily="49" charset="0"/>
              </a:rPr>
              <a:t>&gt;</a:t>
            </a:r>
            <a:endParaRPr lang="en-US" dirty="0">
              <a:solidFill>
                <a:srgbClr val="000000"/>
              </a:solidFill>
              <a:latin typeface="Consolas" panose="020B0609020204030204" pitchFamily="49" charset="0"/>
            </a:endParaRPr>
          </a:p>
          <a:p>
            <a:r>
              <a:rPr lang="en-US" dirty="0">
                <a:solidFill>
                  <a:srgbClr val="008080"/>
                </a:solidFill>
                <a:latin typeface="Consolas" panose="020B0609020204030204" pitchFamily="49" charset="0"/>
              </a:rPr>
              <a:t>&lt;</a:t>
            </a:r>
            <a:r>
              <a:rPr lang="en-US" dirty="0">
                <a:solidFill>
                  <a:srgbClr val="3F7F7F"/>
                </a:solidFill>
                <a:latin typeface="Consolas" panose="020B0609020204030204" pitchFamily="49" charset="0"/>
              </a:rPr>
              <a:t>div</a:t>
            </a:r>
            <a:r>
              <a:rPr lang="en-US" dirty="0">
                <a:solidFill>
                  <a:srgbClr val="000000"/>
                </a:solidFill>
                <a:latin typeface="Consolas" panose="020B0609020204030204" pitchFamily="49" charset="0"/>
              </a:rPr>
              <a:t> </a:t>
            </a:r>
            <a:r>
              <a:rPr lang="en-US" dirty="0">
                <a:solidFill>
                  <a:srgbClr val="7F007F"/>
                </a:solidFill>
                <a:latin typeface="Consolas" panose="020B0609020204030204" pitchFamily="49" charset="0"/>
              </a:rPr>
              <a:t>align</a:t>
            </a:r>
            <a:r>
              <a:rPr lang="en-US" dirty="0">
                <a:solidFill>
                  <a:srgbClr val="000000"/>
                </a:solidFill>
                <a:latin typeface="Consolas" panose="020B0609020204030204" pitchFamily="49" charset="0"/>
              </a:rPr>
              <a:t>=</a:t>
            </a:r>
            <a:r>
              <a:rPr lang="en-US" i="1" dirty="0">
                <a:solidFill>
                  <a:srgbClr val="2A00FF"/>
                </a:solidFill>
                <a:latin typeface="Consolas" panose="020B0609020204030204" pitchFamily="49" charset="0"/>
              </a:rPr>
              <a:t>"center"</a:t>
            </a:r>
            <a:r>
              <a:rPr lang="en-US" dirty="0">
                <a:solidFill>
                  <a:srgbClr val="008080"/>
                </a:solidFill>
                <a:latin typeface="Consolas" panose="020B0609020204030204" pitchFamily="49" charset="0"/>
              </a:rPr>
              <a:t>&gt;</a:t>
            </a:r>
            <a:endParaRPr lang="en-US" dirty="0">
              <a:solidFill>
                <a:srgbClr val="000000"/>
              </a:solidFill>
              <a:latin typeface="Consolas" panose="020B0609020204030204" pitchFamily="49" charset="0"/>
            </a:endParaRPr>
          </a:p>
          <a:p>
            <a:r>
              <a:rPr lang="en-US" dirty="0">
                <a:solidFill>
                  <a:srgbClr val="008080"/>
                </a:solidFill>
                <a:latin typeface="Consolas" panose="020B0609020204030204" pitchFamily="49" charset="0"/>
              </a:rPr>
              <a:t>&lt;</a:t>
            </a:r>
            <a:r>
              <a:rPr lang="en-US" dirty="0">
                <a:solidFill>
                  <a:srgbClr val="3F7F7F"/>
                </a:solidFill>
                <a:latin typeface="Consolas" panose="020B0609020204030204" pitchFamily="49" charset="0"/>
              </a:rPr>
              <a:t>h1</a:t>
            </a:r>
            <a:r>
              <a:rPr lang="en-US" dirty="0">
                <a:solidFill>
                  <a:srgbClr val="008080"/>
                </a:solidFill>
                <a:latin typeface="Consolas" panose="020B0609020204030204" pitchFamily="49" charset="0"/>
              </a:rPr>
              <a:t>&gt;</a:t>
            </a:r>
            <a:r>
              <a:rPr lang="en-US" dirty="0">
                <a:solidFill>
                  <a:srgbClr val="000000"/>
                </a:solidFill>
                <a:latin typeface="Consolas" panose="020B0609020204030204" pitchFamily="49" charset="0"/>
              </a:rPr>
              <a:t>Success Registration </a:t>
            </a:r>
            <a:r>
              <a:rPr lang="en-US" dirty="0">
                <a:solidFill>
                  <a:srgbClr val="008080"/>
                </a:solidFill>
                <a:latin typeface="Consolas" panose="020B0609020204030204" pitchFamily="49" charset="0"/>
              </a:rPr>
              <a:t>&lt;/</a:t>
            </a:r>
            <a:r>
              <a:rPr lang="en-US" dirty="0">
                <a:solidFill>
                  <a:srgbClr val="3F7F7F"/>
                </a:solidFill>
                <a:latin typeface="Consolas" panose="020B0609020204030204" pitchFamily="49" charset="0"/>
              </a:rPr>
              <a:t>h1</a:t>
            </a:r>
            <a:r>
              <a:rPr lang="en-US" dirty="0">
                <a:solidFill>
                  <a:srgbClr val="008080"/>
                </a:solidFill>
                <a:latin typeface="Consolas" panose="020B0609020204030204" pitchFamily="49" charset="0"/>
              </a:rPr>
              <a:t>&gt;</a:t>
            </a:r>
            <a:endParaRPr lang="en-US" dirty="0">
              <a:solidFill>
                <a:srgbClr val="000000"/>
              </a:solidFill>
              <a:latin typeface="Consolas" panose="020B0609020204030204" pitchFamily="49" charset="0"/>
            </a:endParaRPr>
          </a:p>
          <a:p>
            <a:r>
              <a:rPr lang="en-US" dirty="0">
                <a:solidFill>
                  <a:srgbClr val="008080"/>
                </a:solidFill>
                <a:latin typeface="Consolas" panose="020B0609020204030204" pitchFamily="49" charset="0"/>
              </a:rPr>
              <a:t>&lt;</a:t>
            </a:r>
            <a:r>
              <a:rPr lang="en-US" dirty="0">
                <a:solidFill>
                  <a:srgbClr val="3F7F7F"/>
                </a:solidFill>
                <a:latin typeface="Consolas" panose="020B0609020204030204" pitchFamily="49" charset="0"/>
              </a:rPr>
              <a:t>span</a:t>
            </a:r>
            <a:r>
              <a:rPr lang="en-US" dirty="0">
                <a:solidFill>
                  <a:srgbClr val="008080"/>
                </a:solidFill>
                <a:latin typeface="Consolas" panose="020B0609020204030204" pitchFamily="49" charset="0"/>
              </a:rPr>
              <a:t>&gt;</a:t>
            </a:r>
            <a:r>
              <a:rPr lang="en-US" dirty="0">
                <a:solidFill>
                  <a:srgbClr val="000000"/>
                </a:solidFill>
                <a:latin typeface="Consolas" panose="020B0609020204030204" pitchFamily="49" charset="0"/>
              </a:rPr>
              <a:t>Full Name:</a:t>
            </a:r>
            <a:r>
              <a:rPr lang="en-US" dirty="0">
                <a:solidFill>
                  <a:srgbClr val="008080"/>
                </a:solidFill>
                <a:latin typeface="Consolas" panose="020B0609020204030204" pitchFamily="49" charset="0"/>
              </a:rPr>
              <a:t>&lt;/</a:t>
            </a:r>
            <a:r>
              <a:rPr lang="en-US" dirty="0">
                <a:solidFill>
                  <a:srgbClr val="3F7F7F"/>
                </a:solidFill>
                <a:latin typeface="Consolas" panose="020B0609020204030204" pitchFamily="49" charset="0"/>
              </a:rPr>
              <a:t>span</a:t>
            </a:r>
            <a:r>
              <a:rPr lang="en-US" dirty="0">
                <a:solidFill>
                  <a:srgbClr val="008080"/>
                </a:solidFill>
                <a:latin typeface="Consolas" panose="020B0609020204030204" pitchFamily="49" charset="0"/>
              </a:rPr>
              <a:t>&gt;&lt;</a:t>
            </a:r>
            <a:r>
              <a:rPr lang="en-US" dirty="0">
                <a:solidFill>
                  <a:srgbClr val="3F7F7F"/>
                </a:solidFill>
                <a:latin typeface="Consolas" panose="020B0609020204030204" pitchFamily="49" charset="0"/>
              </a:rPr>
              <a:t>span</a:t>
            </a:r>
            <a:r>
              <a:rPr lang="en-US" dirty="0">
                <a:solidFill>
                  <a:srgbClr val="000000"/>
                </a:solidFill>
                <a:latin typeface="Consolas" panose="020B0609020204030204" pitchFamily="49" charset="0"/>
              </a:rPr>
              <a:t> </a:t>
            </a:r>
            <a:r>
              <a:rPr lang="en-US" dirty="0" err="1">
                <a:solidFill>
                  <a:srgbClr val="7F007F"/>
                </a:solidFill>
                <a:latin typeface="Consolas" panose="020B0609020204030204" pitchFamily="49" charset="0"/>
              </a:rPr>
              <a:t>th:text</a:t>
            </a:r>
            <a:r>
              <a:rPr lang="en-US" dirty="0">
                <a:solidFill>
                  <a:srgbClr val="000000"/>
                </a:solidFill>
                <a:latin typeface="Consolas" panose="020B0609020204030204" pitchFamily="49" charset="0"/>
              </a:rPr>
              <a:t>=</a:t>
            </a:r>
            <a:r>
              <a:rPr lang="en-US" i="1" dirty="0">
                <a:solidFill>
                  <a:srgbClr val="2A00FF"/>
                </a:solidFill>
                <a:latin typeface="Consolas" panose="020B0609020204030204" pitchFamily="49" charset="0"/>
              </a:rPr>
              <a:t>"${user.name}"</a:t>
            </a:r>
            <a:r>
              <a:rPr lang="en-US" dirty="0">
                <a:solidFill>
                  <a:srgbClr val="008080"/>
                </a:solidFill>
                <a:latin typeface="Consolas" panose="020B0609020204030204" pitchFamily="49" charset="0"/>
              </a:rPr>
              <a:t>&gt;&lt;/</a:t>
            </a:r>
            <a:r>
              <a:rPr lang="en-US" dirty="0">
                <a:solidFill>
                  <a:srgbClr val="3F7F7F"/>
                </a:solidFill>
                <a:latin typeface="Consolas" panose="020B0609020204030204" pitchFamily="49" charset="0"/>
              </a:rPr>
              <a:t>span</a:t>
            </a:r>
            <a:r>
              <a:rPr lang="en-US" dirty="0">
                <a:solidFill>
                  <a:srgbClr val="008080"/>
                </a:solidFill>
                <a:latin typeface="Consolas" panose="020B0609020204030204" pitchFamily="49" charset="0"/>
              </a:rPr>
              <a:t>&gt;&lt;</a:t>
            </a:r>
            <a:r>
              <a:rPr lang="en-US" dirty="0" err="1">
                <a:solidFill>
                  <a:srgbClr val="3F7F7F"/>
                </a:solidFill>
                <a:latin typeface="Consolas" panose="020B0609020204030204" pitchFamily="49" charset="0"/>
              </a:rPr>
              <a:t>br</a:t>
            </a:r>
            <a:r>
              <a:rPr lang="en-US" dirty="0">
                <a:solidFill>
                  <a:srgbClr val="008080"/>
                </a:solidFill>
                <a:latin typeface="Consolas" panose="020B0609020204030204" pitchFamily="49" charset="0"/>
              </a:rPr>
              <a:t>/&gt;</a:t>
            </a:r>
            <a:endParaRPr lang="en-US" dirty="0">
              <a:solidFill>
                <a:srgbClr val="000000"/>
              </a:solidFill>
              <a:latin typeface="Consolas" panose="020B0609020204030204" pitchFamily="49" charset="0"/>
            </a:endParaRPr>
          </a:p>
          <a:p>
            <a:r>
              <a:rPr lang="en-US" dirty="0">
                <a:solidFill>
                  <a:srgbClr val="008080"/>
                </a:solidFill>
                <a:latin typeface="Consolas" panose="020B0609020204030204" pitchFamily="49" charset="0"/>
              </a:rPr>
              <a:t>&lt;</a:t>
            </a:r>
            <a:r>
              <a:rPr lang="en-US" dirty="0">
                <a:solidFill>
                  <a:srgbClr val="3F7F7F"/>
                </a:solidFill>
                <a:latin typeface="Consolas" panose="020B0609020204030204" pitchFamily="49" charset="0"/>
              </a:rPr>
              <a:t>span</a:t>
            </a:r>
            <a:r>
              <a:rPr lang="en-US" dirty="0">
                <a:solidFill>
                  <a:srgbClr val="008080"/>
                </a:solidFill>
                <a:latin typeface="Consolas" panose="020B0609020204030204" pitchFamily="49" charset="0"/>
              </a:rPr>
              <a:t>&gt;</a:t>
            </a:r>
            <a:r>
              <a:rPr lang="en-US" dirty="0">
                <a:solidFill>
                  <a:srgbClr val="000000"/>
                </a:solidFill>
                <a:latin typeface="Consolas" panose="020B0609020204030204" pitchFamily="49" charset="0"/>
              </a:rPr>
              <a:t>Email Id:</a:t>
            </a:r>
            <a:r>
              <a:rPr lang="en-US" dirty="0">
                <a:solidFill>
                  <a:srgbClr val="008080"/>
                </a:solidFill>
                <a:latin typeface="Consolas" panose="020B0609020204030204" pitchFamily="49" charset="0"/>
              </a:rPr>
              <a:t>&lt;/</a:t>
            </a:r>
            <a:r>
              <a:rPr lang="en-US" dirty="0">
                <a:solidFill>
                  <a:srgbClr val="3F7F7F"/>
                </a:solidFill>
                <a:latin typeface="Consolas" panose="020B0609020204030204" pitchFamily="49" charset="0"/>
              </a:rPr>
              <a:t>span</a:t>
            </a:r>
            <a:r>
              <a:rPr lang="en-US" dirty="0">
                <a:solidFill>
                  <a:srgbClr val="008080"/>
                </a:solidFill>
                <a:latin typeface="Consolas" panose="020B0609020204030204" pitchFamily="49" charset="0"/>
              </a:rPr>
              <a:t>&gt;&lt;</a:t>
            </a:r>
            <a:r>
              <a:rPr lang="en-US" dirty="0">
                <a:solidFill>
                  <a:srgbClr val="3F7F7F"/>
                </a:solidFill>
                <a:latin typeface="Consolas" panose="020B0609020204030204" pitchFamily="49" charset="0"/>
              </a:rPr>
              <a:t>span</a:t>
            </a:r>
            <a:r>
              <a:rPr lang="en-US" dirty="0">
                <a:solidFill>
                  <a:srgbClr val="000000"/>
                </a:solidFill>
                <a:latin typeface="Consolas" panose="020B0609020204030204" pitchFamily="49" charset="0"/>
              </a:rPr>
              <a:t> </a:t>
            </a:r>
            <a:r>
              <a:rPr lang="en-US" dirty="0" err="1">
                <a:solidFill>
                  <a:srgbClr val="7F007F"/>
                </a:solidFill>
                <a:latin typeface="Consolas" panose="020B0609020204030204" pitchFamily="49" charset="0"/>
              </a:rPr>
              <a:t>th:text</a:t>
            </a:r>
            <a:r>
              <a:rPr lang="en-US" dirty="0">
                <a:solidFill>
                  <a:srgbClr val="000000"/>
                </a:solidFill>
                <a:latin typeface="Consolas" panose="020B0609020204030204" pitchFamily="49" charset="0"/>
              </a:rPr>
              <a:t>=</a:t>
            </a:r>
            <a:r>
              <a:rPr lang="en-US" i="1" dirty="0">
                <a:solidFill>
                  <a:srgbClr val="2A00FF"/>
                </a:solidFill>
                <a:latin typeface="Consolas" panose="020B0609020204030204" pitchFamily="49" charset="0"/>
              </a:rPr>
              <a:t>"${</a:t>
            </a:r>
            <a:r>
              <a:rPr lang="en-US" i="1" dirty="0" err="1">
                <a:solidFill>
                  <a:srgbClr val="2A00FF"/>
                </a:solidFill>
                <a:latin typeface="Consolas" panose="020B0609020204030204" pitchFamily="49" charset="0"/>
              </a:rPr>
              <a:t>user.email</a:t>
            </a:r>
            <a:r>
              <a:rPr lang="en-US" i="1" dirty="0">
                <a:solidFill>
                  <a:srgbClr val="2A00FF"/>
                </a:solidFill>
                <a:latin typeface="Consolas" panose="020B0609020204030204" pitchFamily="49" charset="0"/>
              </a:rPr>
              <a:t>}"</a:t>
            </a:r>
            <a:r>
              <a:rPr lang="en-US" dirty="0">
                <a:solidFill>
                  <a:srgbClr val="008080"/>
                </a:solidFill>
                <a:latin typeface="Consolas" panose="020B0609020204030204" pitchFamily="49" charset="0"/>
              </a:rPr>
              <a:t>&gt;&lt;/</a:t>
            </a:r>
            <a:r>
              <a:rPr lang="en-US" dirty="0">
                <a:solidFill>
                  <a:srgbClr val="3F7F7F"/>
                </a:solidFill>
                <a:latin typeface="Consolas" panose="020B0609020204030204" pitchFamily="49" charset="0"/>
              </a:rPr>
              <a:t>span</a:t>
            </a:r>
            <a:r>
              <a:rPr lang="en-US" dirty="0">
                <a:solidFill>
                  <a:srgbClr val="008080"/>
                </a:solidFill>
                <a:latin typeface="Consolas" panose="020B0609020204030204" pitchFamily="49" charset="0"/>
              </a:rPr>
              <a:t>&gt;&lt;</a:t>
            </a:r>
            <a:r>
              <a:rPr lang="en-US" dirty="0" err="1">
                <a:solidFill>
                  <a:srgbClr val="3F7F7F"/>
                </a:solidFill>
                <a:latin typeface="Consolas" panose="020B0609020204030204" pitchFamily="49" charset="0"/>
              </a:rPr>
              <a:t>br</a:t>
            </a:r>
            <a:r>
              <a:rPr lang="en-US" dirty="0">
                <a:solidFill>
                  <a:srgbClr val="008080"/>
                </a:solidFill>
                <a:latin typeface="Consolas" panose="020B0609020204030204" pitchFamily="49" charset="0"/>
              </a:rPr>
              <a:t>/&gt;</a:t>
            </a:r>
            <a:endParaRPr lang="en-US" dirty="0">
              <a:solidFill>
                <a:srgbClr val="000000"/>
              </a:solidFill>
              <a:latin typeface="Consolas" panose="020B0609020204030204" pitchFamily="49" charset="0"/>
            </a:endParaRPr>
          </a:p>
          <a:p>
            <a:r>
              <a:rPr lang="en-US" dirty="0">
                <a:solidFill>
                  <a:srgbClr val="008080"/>
                </a:solidFill>
                <a:latin typeface="Consolas" panose="020B0609020204030204" pitchFamily="49" charset="0"/>
              </a:rPr>
              <a:t>&lt;</a:t>
            </a:r>
            <a:r>
              <a:rPr lang="en-US" dirty="0">
                <a:solidFill>
                  <a:srgbClr val="3F7F7F"/>
                </a:solidFill>
                <a:latin typeface="Consolas" panose="020B0609020204030204" pitchFamily="49" charset="0"/>
              </a:rPr>
              <a:t>span</a:t>
            </a:r>
            <a:r>
              <a:rPr lang="en-US" dirty="0">
                <a:solidFill>
                  <a:srgbClr val="008080"/>
                </a:solidFill>
                <a:latin typeface="Consolas" panose="020B0609020204030204" pitchFamily="49" charset="0"/>
              </a:rPr>
              <a:t>&gt;</a:t>
            </a:r>
            <a:r>
              <a:rPr lang="en-US" dirty="0">
                <a:solidFill>
                  <a:srgbClr val="000000"/>
                </a:solidFill>
                <a:latin typeface="Consolas" panose="020B0609020204030204" pitchFamily="49" charset="0"/>
              </a:rPr>
              <a:t>Password:</a:t>
            </a:r>
            <a:r>
              <a:rPr lang="en-US" dirty="0">
                <a:solidFill>
                  <a:srgbClr val="008080"/>
                </a:solidFill>
                <a:latin typeface="Consolas" panose="020B0609020204030204" pitchFamily="49" charset="0"/>
              </a:rPr>
              <a:t>&lt;/</a:t>
            </a:r>
            <a:r>
              <a:rPr lang="en-US" dirty="0">
                <a:solidFill>
                  <a:srgbClr val="3F7F7F"/>
                </a:solidFill>
                <a:latin typeface="Consolas" panose="020B0609020204030204" pitchFamily="49" charset="0"/>
              </a:rPr>
              <a:t>span</a:t>
            </a:r>
            <a:r>
              <a:rPr lang="en-US" dirty="0">
                <a:solidFill>
                  <a:srgbClr val="008080"/>
                </a:solidFill>
                <a:latin typeface="Consolas" panose="020B0609020204030204" pitchFamily="49" charset="0"/>
              </a:rPr>
              <a:t>&gt;&lt;</a:t>
            </a:r>
            <a:r>
              <a:rPr lang="en-US" dirty="0">
                <a:solidFill>
                  <a:srgbClr val="3F7F7F"/>
                </a:solidFill>
                <a:latin typeface="Consolas" panose="020B0609020204030204" pitchFamily="49" charset="0"/>
              </a:rPr>
              <a:t>span</a:t>
            </a:r>
            <a:r>
              <a:rPr lang="en-US" dirty="0">
                <a:solidFill>
                  <a:srgbClr val="000000"/>
                </a:solidFill>
                <a:latin typeface="Consolas" panose="020B0609020204030204" pitchFamily="49" charset="0"/>
              </a:rPr>
              <a:t> </a:t>
            </a:r>
            <a:r>
              <a:rPr lang="en-US" dirty="0" err="1">
                <a:solidFill>
                  <a:srgbClr val="7F007F"/>
                </a:solidFill>
                <a:latin typeface="Consolas" panose="020B0609020204030204" pitchFamily="49" charset="0"/>
              </a:rPr>
              <a:t>th:text</a:t>
            </a:r>
            <a:r>
              <a:rPr lang="en-US" dirty="0">
                <a:solidFill>
                  <a:srgbClr val="000000"/>
                </a:solidFill>
                <a:latin typeface="Consolas" panose="020B0609020204030204" pitchFamily="49" charset="0"/>
              </a:rPr>
              <a:t>=</a:t>
            </a:r>
            <a:r>
              <a:rPr lang="en-US" i="1" dirty="0">
                <a:solidFill>
                  <a:srgbClr val="2A00FF"/>
                </a:solidFill>
                <a:latin typeface="Consolas" panose="020B0609020204030204" pitchFamily="49" charset="0"/>
              </a:rPr>
              <a:t>"${</a:t>
            </a:r>
            <a:r>
              <a:rPr lang="en-US" i="1" dirty="0" err="1">
                <a:solidFill>
                  <a:srgbClr val="2A00FF"/>
                </a:solidFill>
                <a:latin typeface="Consolas" panose="020B0609020204030204" pitchFamily="49" charset="0"/>
              </a:rPr>
              <a:t>user.password</a:t>
            </a:r>
            <a:r>
              <a:rPr lang="en-US" i="1" dirty="0">
                <a:solidFill>
                  <a:srgbClr val="2A00FF"/>
                </a:solidFill>
                <a:latin typeface="Consolas" panose="020B0609020204030204" pitchFamily="49" charset="0"/>
              </a:rPr>
              <a:t>}"</a:t>
            </a:r>
            <a:r>
              <a:rPr lang="en-US" dirty="0">
                <a:solidFill>
                  <a:srgbClr val="008080"/>
                </a:solidFill>
                <a:latin typeface="Consolas" panose="020B0609020204030204" pitchFamily="49" charset="0"/>
              </a:rPr>
              <a:t>&gt;&lt;/</a:t>
            </a:r>
            <a:r>
              <a:rPr lang="en-US" dirty="0">
                <a:solidFill>
                  <a:srgbClr val="3F7F7F"/>
                </a:solidFill>
                <a:latin typeface="Consolas" panose="020B0609020204030204" pitchFamily="49" charset="0"/>
              </a:rPr>
              <a:t>span</a:t>
            </a:r>
            <a:r>
              <a:rPr lang="en-US" dirty="0">
                <a:solidFill>
                  <a:srgbClr val="008080"/>
                </a:solidFill>
                <a:latin typeface="Consolas" panose="020B0609020204030204" pitchFamily="49" charset="0"/>
              </a:rPr>
              <a:t>&gt;&lt;</a:t>
            </a:r>
            <a:r>
              <a:rPr lang="en-US" dirty="0" err="1">
                <a:solidFill>
                  <a:srgbClr val="3F7F7F"/>
                </a:solidFill>
                <a:latin typeface="Consolas" panose="020B0609020204030204" pitchFamily="49" charset="0"/>
              </a:rPr>
              <a:t>br</a:t>
            </a:r>
            <a:r>
              <a:rPr lang="en-US" dirty="0">
                <a:solidFill>
                  <a:srgbClr val="008080"/>
                </a:solidFill>
                <a:latin typeface="Consolas" panose="020B0609020204030204" pitchFamily="49" charset="0"/>
              </a:rPr>
              <a:t>/&gt;</a:t>
            </a:r>
            <a:endParaRPr lang="en-US" dirty="0">
              <a:solidFill>
                <a:srgbClr val="000000"/>
              </a:solidFill>
              <a:latin typeface="Consolas" panose="020B0609020204030204" pitchFamily="49" charset="0"/>
            </a:endParaRPr>
          </a:p>
          <a:p>
            <a:r>
              <a:rPr lang="en-US" dirty="0">
                <a:solidFill>
                  <a:srgbClr val="008080"/>
                </a:solidFill>
                <a:latin typeface="Consolas" panose="020B0609020204030204" pitchFamily="49" charset="0"/>
              </a:rPr>
              <a:t>&lt;</a:t>
            </a:r>
            <a:r>
              <a:rPr lang="en-US" dirty="0">
                <a:solidFill>
                  <a:srgbClr val="3F7F7F"/>
                </a:solidFill>
                <a:latin typeface="Consolas" panose="020B0609020204030204" pitchFamily="49" charset="0"/>
              </a:rPr>
              <a:t>span</a:t>
            </a:r>
            <a:r>
              <a:rPr lang="en-US" dirty="0">
                <a:solidFill>
                  <a:srgbClr val="008080"/>
                </a:solidFill>
                <a:latin typeface="Consolas" panose="020B0609020204030204" pitchFamily="49" charset="0"/>
              </a:rPr>
              <a:t>&gt;</a:t>
            </a:r>
            <a:r>
              <a:rPr lang="en-US" dirty="0">
                <a:solidFill>
                  <a:srgbClr val="000000"/>
                </a:solidFill>
                <a:latin typeface="Consolas" panose="020B0609020204030204" pitchFamily="49" charset="0"/>
              </a:rPr>
              <a:t>Birthday:</a:t>
            </a:r>
            <a:r>
              <a:rPr lang="en-US" dirty="0">
                <a:solidFill>
                  <a:srgbClr val="008080"/>
                </a:solidFill>
                <a:latin typeface="Consolas" panose="020B0609020204030204" pitchFamily="49" charset="0"/>
              </a:rPr>
              <a:t>&lt;/</a:t>
            </a:r>
            <a:r>
              <a:rPr lang="en-US" dirty="0">
                <a:solidFill>
                  <a:srgbClr val="3F7F7F"/>
                </a:solidFill>
                <a:latin typeface="Consolas" panose="020B0609020204030204" pitchFamily="49" charset="0"/>
              </a:rPr>
              <a:t>span</a:t>
            </a:r>
            <a:r>
              <a:rPr lang="en-US" dirty="0">
                <a:solidFill>
                  <a:srgbClr val="008080"/>
                </a:solidFill>
                <a:latin typeface="Consolas" panose="020B0609020204030204" pitchFamily="49" charset="0"/>
              </a:rPr>
              <a:t>&gt;&lt;</a:t>
            </a:r>
            <a:r>
              <a:rPr lang="en-US" dirty="0">
                <a:solidFill>
                  <a:srgbClr val="3F7F7F"/>
                </a:solidFill>
                <a:latin typeface="Consolas" panose="020B0609020204030204" pitchFamily="49" charset="0"/>
              </a:rPr>
              <a:t>span</a:t>
            </a:r>
            <a:r>
              <a:rPr lang="en-US" dirty="0">
                <a:solidFill>
                  <a:srgbClr val="000000"/>
                </a:solidFill>
                <a:latin typeface="Consolas" panose="020B0609020204030204" pitchFamily="49" charset="0"/>
              </a:rPr>
              <a:t> </a:t>
            </a:r>
            <a:r>
              <a:rPr lang="en-US" dirty="0" err="1">
                <a:solidFill>
                  <a:srgbClr val="7F007F"/>
                </a:solidFill>
                <a:latin typeface="Consolas" panose="020B0609020204030204" pitchFamily="49" charset="0"/>
              </a:rPr>
              <a:t>th:text</a:t>
            </a:r>
            <a:r>
              <a:rPr lang="en-US" dirty="0">
                <a:solidFill>
                  <a:srgbClr val="000000"/>
                </a:solidFill>
                <a:latin typeface="Consolas" panose="020B0609020204030204" pitchFamily="49" charset="0"/>
              </a:rPr>
              <a:t>=</a:t>
            </a:r>
            <a:r>
              <a:rPr lang="en-US" i="1" dirty="0">
                <a:solidFill>
                  <a:srgbClr val="2A00FF"/>
                </a:solidFill>
                <a:latin typeface="Consolas" panose="020B0609020204030204" pitchFamily="49" charset="0"/>
              </a:rPr>
              <a:t>"${</a:t>
            </a:r>
            <a:r>
              <a:rPr lang="en-US" i="1" dirty="0" err="1">
                <a:solidFill>
                  <a:srgbClr val="2A00FF"/>
                </a:solidFill>
                <a:latin typeface="Consolas" panose="020B0609020204030204" pitchFamily="49" charset="0"/>
              </a:rPr>
              <a:t>user.birthday</a:t>
            </a:r>
            <a:r>
              <a:rPr lang="en-US" i="1" dirty="0">
                <a:solidFill>
                  <a:srgbClr val="2A00FF"/>
                </a:solidFill>
                <a:latin typeface="Consolas" panose="020B0609020204030204" pitchFamily="49" charset="0"/>
              </a:rPr>
              <a:t>}"</a:t>
            </a:r>
            <a:r>
              <a:rPr lang="en-US" dirty="0">
                <a:solidFill>
                  <a:srgbClr val="008080"/>
                </a:solidFill>
                <a:latin typeface="Consolas" panose="020B0609020204030204" pitchFamily="49" charset="0"/>
              </a:rPr>
              <a:t>&gt;&lt;/</a:t>
            </a:r>
            <a:r>
              <a:rPr lang="en-US" dirty="0">
                <a:solidFill>
                  <a:srgbClr val="3F7F7F"/>
                </a:solidFill>
                <a:latin typeface="Consolas" panose="020B0609020204030204" pitchFamily="49" charset="0"/>
              </a:rPr>
              <a:t>span</a:t>
            </a:r>
            <a:r>
              <a:rPr lang="en-US" dirty="0">
                <a:solidFill>
                  <a:srgbClr val="008080"/>
                </a:solidFill>
                <a:latin typeface="Consolas" panose="020B0609020204030204" pitchFamily="49" charset="0"/>
              </a:rPr>
              <a:t>&gt;&lt;</a:t>
            </a:r>
            <a:r>
              <a:rPr lang="en-US" dirty="0" err="1">
                <a:solidFill>
                  <a:srgbClr val="3F7F7F"/>
                </a:solidFill>
                <a:latin typeface="Consolas" panose="020B0609020204030204" pitchFamily="49" charset="0"/>
              </a:rPr>
              <a:t>br</a:t>
            </a:r>
            <a:r>
              <a:rPr lang="en-US" dirty="0">
                <a:solidFill>
                  <a:srgbClr val="008080"/>
                </a:solidFill>
                <a:latin typeface="Consolas" panose="020B0609020204030204" pitchFamily="49" charset="0"/>
              </a:rPr>
              <a:t>/&gt;</a:t>
            </a:r>
            <a:endParaRPr lang="en-US" dirty="0">
              <a:solidFill>
                <a:srgbClr val="000000"/>
              </a:solidFill>
              <a:latin typeface="Consolas" panose="020B0609020204030204" pitchFamily="49" charset="0"/>
            </a:endParaRPr>
          </a:p>
          <a:p>
            <a:r>
              <a:rPr lang="en-US" dirty="0">
                <a:solidFill>
                  <a:srgbClr val="008080"/>
                </a:solidFill>
                <a:latin typeface="Consolas" panose="020B0609020204030204" pitchFamily="49" charset="0"/>
              </a:rPr>
              <a:t>&lt;</a:t>
            </a:r>
            <a:r>
              <a:rPr lang="en-US" dirty="0">
                <a:solidFill>
                  <a:srgbClr val="3F7F7F"/>
                </a:solidFill>
                <a:latin typeface="Consolas" panose="020B0609020204030204" pitchFamily="49" charset="0"/>
              </a:rPr>
              <a:t>span</a:t>
            </a:r>
            <a:r>
              <a:rPr lang="en-US" dirty="0">
                <a:solidFill>
                  <a:srgbClr val="008080"/>
                </a:solidFill>
                <a:latin typeface="Consolas" panose="020B0609020204030204" pitchFamily="49" charset="0"/>
              </a:rPr>
              <a:t>&gt;</a:t>
            </a:r>
            <a:r>
              <a:rPr lang="en-US" dirty="0">
                <a:solidFill>
                  <a:srgbClr val="000000"/>
                </a:solidFill>
                <a:latin typeface="Consolas" panose="020B0609020204030204" pitchFamily="49" charset="0"/>
              </a:rPr>
              <a:t>profession:</a:t>
            </a:r>
            <a:r>
              <a:rPr lang="en-US" dirty="0">
                <a:solidFill>
                  <a:srgbClr val="008080"/>
                </a:solidFill>
                <a:latin typeface="Consolas" panose="020B0609020204030204" pitchFamily="49" charset="0"/>
              </a:rPr>
              <a:t>&lt;/</a:t>
            </a:r>
            <a:r>
              <a:rPr lang="en-US" dirty="0">
                <a:solidFill>
                  <a:srgbClr val="3F7F7F"/>
                </a:solidFill>
                <a:latin typeface="Consolas" panose="020B0609020204030204" pitchFamily="49" charset="0"/>
              </a:rPr>
              <a:t>span</a:t>
            </a:r>
            <a:r>
              <a:rPr lang="en-US" dirty="0">
                <a:solidFill>
                  <a:srgbClr val="008080"/>
                </a:solidFill>
                <a:latin typeface="Consolas" panose="020B0609020204030204" pitchFamily="49" charset="0"/>
              </a:rPr>
              <a:t>&gt;&lt;</a:t>
            </a:r>
            <a:r>
              <a:rPr lang="en-US" dirty="0">
                <a:solidFill>
                  <a:srgbClr val="3F7F7F"/>
                </a:solidFill>
                <a:latin typeface="Consolas" panose="020B0609020204030204" pitchFamily="49" charset="0"/>
              </a:rPr>
              <a:t>span</a:t>
            </a:r>
            <a:r>
              <a:rPr lang="en-US" dirty="0">
                <a:solidFill>
                  <a:srgbClr val="000000"/>
                </a:solidFill>
                <a:latin typeface="Consolas" panose="020B0609020204030204" pitchFamily="49" charset="0"/>
              </a:rPr>
              <a:t> </a:t>
            </a:r>
            <a:r>
              <a:rPr lang="en-US" dirty="0" err="1">
                <a:solidFill>
                  <a:srgbClr val="7F007F"/>
                </a:solidFill>
                <a:latin typeface="Consolas" panose="020B0609020204030204" pitchFamily="49" charset="0"/>
              </a:rPr>
              <a:t>th:text</a:t>
            </a:r>
            <a:r>
              <a:rPr lang="en-US" dirty="0">
                <a:solidFill>
                  <a:srgbClr val="000000"/>
                </a:solidFill>
                <a:latin typeface="Consolas" panose="020B0609020204030204" pitchFamily="49" charset="0"/>
              </a:rPr>
              <a:t>=</a:t>
            </a:r>
            <a:r>
              <a:rPr lang="en-US" i="1" dirty="0">
                <a:solidFill>
                  <a:srgbClr val="2A00FF"/>
                </a:solidFill>
                <a:latin typeface="Consolas" panose="020B0609020204030204" pitchFamily="49" charset="0"/>
              </a:rPr>
              <a:t>"${</a:t>
            </a:r>
            <a:r>
              <a:rPr lang="en-US" i="1" dirty="0" err="1">
                <a:solidFill>
                  <a:srgbClr val="2A00FF"/>
                </a:solidFill>
                <a:latin typeface="Consolas" panose="020B0609020204030204" pitchFamily="49" charset="0"/>
              </a:rPr>
              <a:t>user.profession</a:t>
            </a:r>
            <a:r>
              <a:rPr lang="en-US" i="1" dirty="0">
                <a:solidFill>
                  <a:srgbClr val="2A00FF"/>
                </a:solidFill>
                <a:latin typeface="Consolas" panose="020B0609020204030204" pitchFamily="49" charset="0"/>
              </a:rPr>
              <a:t>}"</a:t>
            </a:r>
            <a:r>
              <a:rPr lang="en-US" dirty="0">
                <a:solidFill>
                  <a:srgbClr val="008080"/>
                </a:solidFill>
                <a:latin typeface="Consolas" panose="020B0609020204030204" pitchFamily="49" charset="0"/>
              </a:rPr>
              <a:t>&gt;&lt;/</a:t>
            </a:r>
            <a:r>
              <a:rPr lang="en-US" dirty="0">
                <a:solidFill>
                  <a:srgbClr val="3F7F7F"/>
                </a:solidFill>
                <a:latin typeface="Consolas" panose="020B0609020204030204" pitchFamily="49" charset="0"/>
              </a:rPr>
              <a:t>span</a:t>
            </a:r>
            <a:r>
              <a:rPr lang="en-US" dirty="0">
                <a:solidFill>
                  <a:srgbClr val="008080"/>
                </a:solidFill>
                <a:latin typeface="Consolas" panose="020B0609020204030204" pitchFamily="49" charset="0"/>
              </a:rPr>
              <a:t>&gt;&lt;</a:t>
            </a:r>
            <a:r>
              <a:rPr lang="en-US" dirty="0" err="1">
                <a:solidFill>
                  <a:srgbClr val="3F7F7F"/>
                </a:solidFill>
                <a:latin typeface="Consolas" panose="020B0609020204030204" pitchFamily="49" charset="0"/>
              </a:rPr>
              <a:t>br</a:t>
            </a:r>
            <a:r>
              <a:rPr lang="en-US" dirty="0">
                <a:solidFill>
                  <a:srgbClr val="008080"/>
                </a:solidFill>
                <a:latin typeface="Consolas" panose="020B0609020204030204" pitchFamily="49" charset="0"/>
              </a:rPr>
              <a:t>/&gt;</a:t>
            </a:r>
            <a:endParaRPr lang="en-US" dirty="0">
              <a:solidFill>
                <a:srgbClr val="000000"/>
              </a:solidFill>
              <a:latin typeface="Consolas" panose="020B0609020204030204" pitchFamily="49" charset="0"/>
            </a:endParaRPr>
          </a:p>
          <a:p>
            <a:r>
              <a:rPr lang="en-US" dirty="0">
                <a:solidFill>
                  <a:srgbClr val="008080"/>
                </a:solidFill>
                <a:latin typeface="Consolas" panose="020B0609020204030204" pitchFamily="49" charset="0"/>
              </a:rPr>
              <a:t>&lt;</a:t>
            </a:r>
            <a:r>
              <a:rPr lang="en-US" dirty="0">
                <a:solidFill>
                  <a:srgbClr val="3F7F7F"/>
                </a:solidFill>
                <a:latin typeface="Consolas" panose="020B0609020204030204" pitchFamily="49" charset="0"/>
              </a:rPr>
              <a:t>span</a:t>
            </a:r>
            <a:r>
              <a:rPr lang="en-US" dirty="0">
                <a:solidFill>
                  <a:srgbClr val="008080"/>
                </a:solidFill>
                <a:latin typeface="Consolas" panose="020B0609020204030204" pitchFamily="49" charset="0"/>
              </a:rPr>
              <a:t>&gt;</a:t>
            </a:r>
            <a:r>
              <a:rPr lang="en-US" dirty="0">
                <a:solidFill>
                  <a:srgbClr val="000000"/>
                </a:solidFill>
                <a:latin typeface="Consolas" panose="020B0609020204030204" pitchFamily="49" charset="0"/>
              </a:rPr>
              <a:t>Married:</a:t>
            </a:r>
            <a:r>
              <a:rPr lang="en-US" dirty="0">
                <a:solidFill>
                  <a:srgbClr val="008080"/>
                </a:solidFill>
                <a:latin typeface="Consolas" panose="020B0609020204030204" pitchFamily="49" charset="0"/>
              </a:rPr>
              <a:t>&lt;/</a:t>
            </a:r>
            <a:r>
              <a:rPr lang="en-US" dirty="0">
                <a:solidFill>
                  <a:srgbClr val="3F7F7F"/>
                </a:solidFill>
                <a:latin typeface="Consolas" panose="020B0609020204030204" pitchFamily="49" charset="0"/>
              </a:rPr>
              <a:t>span</a:t>
            </a:r>
            <a:r>
              <a:rPr lang="en-US" dirty="0">
                <a:solidFill>
                  <a:srgbClr val="008080"/>
                </a:solidFill>
                <a:latin typeface="Consolas" panose="020B0609020204030204" pitchFamily="49" charset="0"/>
              </a:rPr>
              <a:t>&gt;&lt;</a:t>
            </a:r>
            <a:r>
              <a:rPr lang="en-US" dirty="0">
                <a:solidFill>
                  <a:srgbClr val="3F7F7F"/>
                </a:solidFill>
                <a:latin typeface="Consolas" panose="020B0609020204030204" pitchFamily="49" charset="0"/>
              </a:rPr>
              <a:t>span</a:t>
            </a:r>
            <a:r>
              <a:rPr lang="en-US" dirty="0">
                <a:solidFill>
                  <a:srgbClr val="000000"/>
                </a:solidFill>
                <a:latin typeface="Consolas" panose="020B0609020204030204" pitchFamily="49" charset="0"/>
              </a:rPr>
              <a:t> </a:t>
            </a:r>
            <a:r>
              <a:rPr lang="en-US" dirty="0" err="1">
                <a:solidFill>
                  <a:srgbClr val="7F007F"/>
                </a:solidFill>
                <a:latin typeface="Consolas" panose="020B0609020204030204" pitchFamily="49" charset="0"/>
              </a:rPr>
              <a:t>th:text</a:t>
            </a:r>
            <a:r>
              <a:rPr lang="en-US" dirty="0">
                <a:solidFill>
                  <a:srgbClr val="000000"/>
                </a:solidFill>
                <a:latin typeface="Consolas" panose="020B0609020204030204" pitchFamily="49" charset="0"/>
              </a:rPr>
              <a:t>=</a:t>
            </a:r>
            <a:r>
              <a:rPr lang="en-US" i="1" dirty="0">
                <a:solidFill>
                  <a:srgbClr val="2A00FF"/>
                </a:solidFill>
                <a:latin typeface="Consolas" panose="020B0609020204030204" pitchFamily="49" charset="0"/>
              </a:rPr>
              <a:t>"${</a:t>
            </a:r>
            <a:r>
              <a:rPr lang="en-US" i="1" dirty="0" err="1">
                <a:solidFill>
                  <a:srgbClr val="2A00FF"/>
                </a:solidFill>
                <a:latin typeface="Consolas" panose="020B0609020204030204" pitchFamily="49" charset="0"/>
              </a:rPr>
              <a:t>user.married</a:t>
            </a:r>
            <a:r>
              <a:rPr lang="en-US" i="1" dirty="0">
                <a:solidFill>
                  <a:srgbClr val="2A00FF"/>
                </a:solidFill>
                <a:latin typeface="Consolas" panose="020B0609020204030204" pitchFamily="49" charset="0"/>
              </a:rPr>
              <a:t>}"</a:t>
            </a:r>
            <a:r>
              <a:rPr lang="en-US" dirty="0">
                <a:solidFill>
                  <a:srgbClr val="008080"/>
                </a:solidFill>
                <a:latin typeface="Consolas" panose="020B0609020204030204" pitchFamily="49" charset="0"/>
              </a:rPr>
              <a:t>&gt;&lt;/</a:t>
            </a:r>
            <a:r>
              <a:rPr lang="en-US" dirty="0">
                <a:solidFill>
                  <a:srgbClr val="3F7F7F"/>
                </a:solidFill>
                <a:latin typeface="Consolas" panose="020B0609020204030204" pitchFamily="49" charset="0"/>
              </a:rPr>
              <a:t>span</a:t>
            </a:r>
            <a:r>
              <a:rPr lang="en-US" dirty="0">
                <a:solidFill>
                  <a:srgbClr val="008080"/>
                </a:solidFill>
                <a:latin typeface="Consolas" panose="020B0609020204030204" pitchFamily="49" charset="0"/>
              </a:rPr>
              <a:t>&gt;&lt;</a:t>
            </a:r>
            <a:r>
              <a:rPr lang="en-US" dirty="0" err="1">
                <a:solidFill>
                  <a:srgbClr val="3F7F7F"/>
                </a:solidFill>
                <a:latin typeface="Consolas" panose="020B0609020204030204" pitchFamily="49" charset="0"/>
              </a:rPr>
              <a:t>br</a:t>
            </a:r>
            <a:r>
              <a:rPr lang="en-US" dirty="0">
                <a:solidFill>
                  <a:srgbClr val="008080"/>
                </a:solidFill>
                <a:latin typeface="Consolas" panose="020B0609020204030204" pitchFamily="49" charset="0"/>
              </a:rPr>
              <a:t>/&gt;</a:t>
            </a:r>
            <a:endParaRPr lang="en-US" dirty="0">
              <a:solidFill>
                <a:srgbClr val="000000"/>
              </a:solidFill>
              <a:latin typeface="Consolas" panose="020B0609020204030204" pitchFamily="49" charset="0"/>
            </a:endParaRPr>
          </a:p>
          <a:p>
            <a:r>
              <a:rPr lang="en-US" dirty="0">
                <a:solidFill>
                  <a:srgbClr val="008080"/>
                </a:solidFill>
                <a:latin typeface="Consolas" panose="020B0609020204030204" pitchFamily="49" charset="0"/>
              </a:rPr>
              <a:t>&lt;</a:t>
            </a:r>
            <a:r>
              <a:rPr lang="en-US" dirty="0">
                <a:solidFill>
                  <a:srgbClr val="3F7F7F"/>
                </a:solidFill>
                <a:latin typeface="Consolas" panose="020B0609020204030204" pitchFamily="49" charset="0"/>
              </a:rPr>
              <a:t>span</a:t>
            </a:r>
            <a:r>
              <a:rPr lang="en-US" dirty="0">
                <a:solidFill>
                  <a:srgbClr val="008080"/>
                </a:solidFill>
                <a:latin typeface="Consolas" panose="020B0609020204030204" pitchFamily="49" charset="0"/>
              </a:rPr>
              <a:t>&gt;</a:t>
            </a:r>
            <a:r>
              <a:rPr lang="en-US" dirty="0">
                <a:solidFill>
                  <a:srgbClr val="000000"/>
                </a:solidFill>
                <a:latin typeface="Consolas" panose="020B0609020204030204" pitchFamily="49" charset="0"/>
              </a:rPr>
              <a:t>Gender:</a:t>
            </a:r>
            <a:r>
              <a:rPr lang="en-US" dirty="0">
                <a:solidFill>
                  <a:srgbClr val="008080"/>
                </a:solidFill>
                <a:latin typeface="Consolas" panose="020B0609020204030204" pitchFamily="49" charset="0"/>
              </a:rPr>
              <a:t>&lt;/</a:t>
            </a:r>
            <a:r>
              <a:rPr lang="en-US" dirty="0">
                <a:solidFill>
                  <a:srgbClr val="3F7F7F"/>
                </a:solidFill>
                <a:latin typeface="Consolas" panose="020B0609020204030204" pitchFamily="49" charset="0"/>
              </a:rPr>
              <a:t>span</a:t>
            </a:r>
            <a:r>
              <a:rPr lang="en-US" dirty="0">
                <a:solidFill>
                  <a:srgbClr val="008080"/>
                </a:solidFill>
                <a:latin typeface="Consolas" panose="020B0609020204030204" pitchFamily="49" charset="0"/>
              </a:rPr>
              <a:t>&gt;&lt;</a:t>
            </a:r>
            <a:r>
              <a:rPr lang="en-US" dirty="0">
                <a:solidFill>
                  <a:srgbClr val="3F7F7F"/>
                </a:solidFill>
                <a:latin typeface="Consolas" panose="020B0609020204030204" pitchFamily="49" charset="0"/>
              </a:rPr>
              <a:t>span</a:t>
            </a:r>
            <a:r>
              <a:rPr lang="en-US" dirty="0">
                <a:solidFill>
                  <a:srgbClr val="000000"/>
                </a:solidFill>
                <a:latin typeface="Consolas" panose="020B0609020204030204" pitchFamily="49" charset="0"/>
              </a:rPr>
              <a:t> </a:t>
            </a:r>
            <a:r>
              <a:rPr lang="en-US" dirty="0" err="1">
                <a:solidFill>
                  <a:srgbClr val="7F007F"/>
                </a:solidFill>
                <a:latin typeface="Consolas" panose="020B0609020204030204" pitchFamily="49" charset="0"/>
              </a:rPr>
              <a:t>th:text</a:t>
            </a:r>
            <a:r>
              <a:rPr lang="en-US" dirty="0">
                <a:solidFill>
                  <a:srgbClr val="000000"/>
                </a:solidFill>
                <a:latin typeface="Consolas" panose="020B0609020204030204" pitchFamily="49" charset="0"/>
              </a:rPr>
              <a:t>=</a:t>
            </a:r>
            <a:r>
              <a:rPr lang="en-US" i="1" dirty="0">
                <a:solidFill>
                  <a:srgbClr val="2A00FF"/>
                </a:solidFill>
                <a:latin typeface="Consolas" panose="020B0609020204030204" pitchFamily="49" charset="0"/>
              </a:rPr>
              <a:t>"${</a:t>
            </a:r>
            <a:r>
              <a:rPr lang="en-US" i="1" dirty="0" err="1">
                <a:solidFill>
                  <a:srgbClr val="2A00FF"/>
                </a:solidFill>
                <a:latin typeface="Consolas" panose="020B0609020204030204" pitchFamily="49" charset="0"/>
              </a:rPr>
              <a:t>user.gender</a:t>
            </a:r>
            <a:r>
              <a:rPr lang="en-US" i="1" dirty="0">
                <a:solidFill>
                  <a:srgbClr val="2A00FF"/>
                </a:solidFill>
                <a:latin typeface="Consolas" panose="020B0609020204030204" pitchFamily="49" charset="0"/>
              </a:rPr>
              <a:t>}"</a:t>
            </a:r>
            <a:r>
              <a:rPr lang="en-US" dirty="0">
                <a:solidFill>
                  <a:srgbClr val="008080"/>
                </a:solidFill>
                <a:latin typeface="Consolas" panose="020B0609020204030204" pitchFamily="49" charset="0"/>
              </a:rPr>
              <a:t>&gt;&lt;/</a:t>
            </a:r>
            <a:r>
              <a:rPr lang="en-US" dirty="0">
                <a:solidFill>
                  <a:srgbClr val="3F7F7F"/>
                </a:solidFill>
                <a:latin typeface="Consolas" panose="020B0609020204030204" pitchFamily="49" charset="0"/>
              </a:rPr>
              <a:t>span</a:t>
            </a:r>
            <a:r>
              <a:rPr lang="en-US" dirty="0">
                <a:solidFill>
                  <a:srgbClr val="008080"/>
                </a:solidFill>
                <a:latin typeface="Consolas" panose="020B0609020204030204" pitchFamily="49" charset="0"/>
              </a:rPr>
              <a:t>&gt;&lt;</a:t>
            </a:r>
            <a:r>
              <a:rPr lang="en-US" dirty="0" err="1">
                <a:solidFill>
                  <a:srgbClr val="3F7F7F"/>
                </a:solidFill>
                <a:latin typeface="Consolas" panose="020B0609020204030204" pitchFamily="49" charset="0"/>
              </a:rPr>
              <a:t>br</a:t>
            </a:r>
            <a:r>
              <a:rPr lang="en-US" dirty="0">
                <a:solidFill>
                  <a:srgbClr val="008080"/>
                </a:solidFill>
                <a:latin typeface="Consolas" panose="020B0609020204030204" pitchFamily="49" charset="0"/>
              </a:rPr>
              <a:t>/&gt;</a:t>
            </a:r>
            <a:endParaRPr lang="en-US" dirty="0">
              <a:solidFill>
                <a:srgbClr val="000000"/>
              </a:solidFill>
              <a:latin typeface="Consolas" panose="020B0609020204030204" pitchFamily="49" charset="0"/>
            </a:endParaRPr>
          </a:p>
          <a:p>
            <a:r>
              <a:rPr lang="en-US" dirty="0">
                <a:solidFill>
                  <a:srgbClr val="008080"/>
                </a:solidFill>
                <a:latin typeface="Consolas" panose="020B0609020204030204" pitchFamily="49" charset="0"/>
              </a:rPr>
              <a:t>&lt;</a:t>
            </a:r>
            <a:r>
              <a:rPr lang="en-US" dirty="0">
                <a:solidFill>
                  <a:srgbClr val="3F7F7F"/>
                </a:solidFill>
                <a:latin typeface="Consolas" panose="020B0609020204030204" pitchFamily="49" charset="0"/>
              </a:rPr>
              <a:t>span</a:t>
            </a:r>
            <a:r>
              <a:rPr lang="en-US" dirty="0">
                <a:solidFill>
                  <a:srgbClr val="008080"/>
                </a:solidFill>
                <a:latin typeface="Consolas" panose="020B0609020204030204" pitchFamily="49" charset="0"/>
              </a:rPr>
              <a:t>&gt;</a:t>
            </a:r>
            <a:r>
              <a:rPr lang="en-US" dirty="0">
                <a:solidFill>
                  <a:srgbClr val="000000"/>
                </a:solidFill>
                <a:latin typeface="Consolas" panose="020B0609020204030204" pitchFamily="49" charset="0"/>
              </a:rPr>
              <a:t>Note:</a:t>
            </a:r>
            <a:r>
              <a:rPr lang="en-US" dirty="0">
                <a:solidFill>
                  <a:srgbClr val="008080"/>
                </a:solidFill>
                <a:latin typeface="Consolas" panose="020B0609020204030204" pitchFamily="49" charset="0"/>
              </a:rPr>
              <a:t>&lt;/</a:t>
            </a:r>
            <a:r>
              <a:rPr lang="en-US" dirty="0">
                <a:solidFill>
                  <a:srgbClr val="3F7F7F"/>
                </a:solidFill>
                <a:latin typeface="Consolas" panose="020B0609020204030204" pitchFamily="49" charset="0"/>
              </a:rPr>
              <a:t>span</a:t>
            </a:r>
            <a:r>
              <a:rPr lang="en-US" dirty="0">
                <a:solidFill>
                  <a:srgbClr val="008080"/>
                </a:solidFill>
                <a:latin typeface="Consolas" panose="020B0609020204030204" pitchFamily="49" charset="0"/>
              </a:rPr>
              <a:t>&gt;&lt;</a:t>
            </a:r>
            <a:r>
              <a:rPr lang="en-US" dirty="0">
                <a:solidFill>
                  <a:srgbClr val="3F7F7F"/>
                </a:solidFill>
                <a:latin typeface="Consolas" panose="020B0609020204030204" pitchFamily="49" charset="0"/>
              </a:rPr>
              <a:t>span</a:t>
            </a:r>
            <a:r>
              <a:rPr lang="en-US" dirty="0">
                <a:solidFill>
                  <a:srgbClr val="000000"/>
                </a:solidFill>
                <a:latin typeface="Consolas" panose="020B0609020204030204" pitchFamily="49" charset="0"/>
              </a:rPr>
              <a:t> </a:t>
            </a:r>
            <a:r>
              <a:rPr lang="en-US" dirty="0" err="1">
                <a:solidFill>
                  <a:srgbClr val="7F007F"/>
                </a:solidFill>
                <a:latin typeface="Consolas" panose="020B0609020204030204" pitchFamily="49" charset="0"/>
              </a:rPr>
              <a:t>th:text</a:t>
            </a:r>
            <a:r>
              <a:rPr lang="en-US" dirty="0">
                <a:solidFill>
                  <a:srgbClr val="000000"/>
                </a:solidFill>
                <a:latin typeface="Consolas" panose="020B0609020204030204" pitchFamily="49" charset="0"/>
              </a:rPr>
              <a:t>=</a:t>
            </a:r>
            <a:r>
              <a:rPr lang="en-US" i="1" dirty="0">
                <a:solidFill>
                  <a:srgbClr val="2A00FF"/>
                </a:solidFill>
                <a:latin typeface="Consolas" panose="020B0609020204030204" pitchFamily="49" charset="0"/>
              </a:rPr>
              <a:t>"${</a:t>
            </a:r>
            <a:r>
              <a:rPr lang="en-US" i="1" dirty="0" err="1">
                <a:solidFill>
                  <a:srgbClr val="2A00FF"/>
                </a:solidFill>
                <a:latin typeface="Consolas" panose="020B0609020204030204" pitchFamily="49" charset="0"/>
              </a:rPr>
              <a:t>user.note</a:t>
            </a:r>
            <a:r>
              <a:rPr lang="en-US" i="1" dirty="0">
                <a:solidFill>
                  <a:srgbClr val="2A00FF"/>
                </a:solidFill>
                <a:latin typeface="Consolas" panose="020B0609020204030204" pitchFamily="49" charset="0"/>
              </a:rPr>
              <a:t>}"</a:t>
            </a:r>
            <a:r>
              <a:rPr lang="en-US" dirty="0">
                <a:solidFill>
                  <a:srgbClr val="008080"/>
                </a:solidFill>
                <a:latin typeface="Consolas" panose="020B0609020204030204" pitchFamily="49" charset="0"/>
              </a:rPr>
              <a:t>&gt;&lt;/</a:t>
            </a:r>
            <a:r>
              <a:rPr lang="en-US" dirty="0">
                <a:solidFill>
                  <a:srgbClr val="3F7F7F"/>
                </a:solidFill>
                <a:latin typeface="Consolas" panose="020B0609020204030204" pitchFamily="49" charset="0"/>
              </a:rPr>
              <a:t>span</a:t>
            </a:r>
            <a:r>
              <a:rPr lang="en-US" dirty="0">
                <a:solidFill>
                  <a:srgbClr val="008080"/>
                </a:solidFill>
                <a:latin typeface="Consolas" panose="020B0609020204030204" pitchFamily="49" charset="0"/>
              </a:rPr>
              <a:t>&gt;&lt;</a:t>
            </a:r>
            <a:r>
              <a:rPr lang="en-US" dirty="0" err="1">
                <a:solidFill>
                  <a:srgbClr val="3F7F7F"/>
                </a:solidFill>
                <a:latin typeface="Consolas" panose="020B0609020204030204" pitchFamily="49" charset="0"/>
              </a:rPr>
              <a:t>br</a:t>
            </a:r>
            <a:r>
              <a:rPr lang="en-US" dirty="0">
                <a:solidFill>
                  <a:srgbClr val="008080"/>
                </a:solidFill>
                <a:latin typeface="Consolas" panose="020B0609020204030204" pitchFamily="49" charset="0"/>
              </a:rPr>
              <a:t>/&gt;</a:t>
            </a:r>
            <a:endParaRPr lang="en-US" dirty="0">
              <a:solidFill>
                <a:srgbClr val="000000"/>
              </a:solidFill>
              <a:latin typeface="Consolas" panose="020B0609020204030204" pitchFamily="49" charset="0"/>
            </a:endParaRPr>
          </a:p>
          <a:p>
            <a:r>
              <a:rPr lang="en-US" dirty="0">
                <a:solidFill>
                  <a:srgbClr val="008080"/>
                </a:solidFill>
                <a:latin typeface="Consolas" panose="020B0609020204030204" pitchFamily="49" charset="0"/>
              </a:rPr>
              <a:t>&lt;/</a:t>
            </a:r>
            <a:r>
              <a:rPr lang="en-US" dirty="0">
                <a:solidFill>
                  <a:srgbClr val="3F7F7F"/>
                </a:solidFill>
                <a:latin typeface="Consolas" panose="020B0609020204030204" pitchFamily="49" charset="0"/>
              </a:rPr>
              <a:t>div</a:t>
            </a:r>
            <a:r>
              <a:rPr lang="en-US" dirty="0">
                <a:solidFill>
                  <a:srgbClr val="008080"/>
                </a:solidFill>
                <a:latin typeface="Consolas" panose="020B0609020204030204" pitchFamily="49" charset="0"/>
              </a:rPr>
              <a:t>&gt;</a:t>
            </a:r>
            <a:endParaRPr lang="en-US" dirty="0">
              <a:solidFill>
                <a:srgbClr val="000000"/>
              </a:solidFill>
              <a:latin typeface="Consolas" panose="020B0609020204030204" pitchFamily="49" charset="0"/>
            </a:endParaRPr>
          </a:p>
          <a:p>
            <a:r>
              <a:rPr lang="en-US" dirty="0">
                <a:solidFill>
                  <a:srgbClr val="008080"/>
                </a:solidFill>
                <a:latin typeface="Consolas" panose="020B0609020204030204" pitchFamily="49" charset="0"/>
              </a:rPr>
              <a:t>&lt;/</a:t>
            </a:r>
            <a:r>
              <a:rPr lang="en-US" dirty="0">
                <a:solidFill>
                  <a:srgbClr val="3F7F7F"/>
                </a:solidFill>
                <a:latin typeface="Consolas" panose="020B0609020204030204" pitchFamily="49" charset="0"/>
              </a:rPr>
              <a:t>body</a:t>
            </a:r>
            <a:r>
              <a:rPr lang="en-US" dirty="0">
                <a:solidFill>
                  <a:srgbClr val="008080"/>
                </a:solidFill>
                <a:latin typeface="Consolas" panose="020B0609020204030204" pitchFamily="49" charset="0"/>
              </a:rPr>
              <a:t>&gt;</a:t>
            </a:r>
            <a:endParaRPr lang="en-US" dirty="0">
              <a:solidFill>
                <a:srgbClr val="000000"/>
              </a:solidFill>
              <a:latin typeface="Consolas" panose="020B0609020204030204" pitchFamily="49" charset="0"/>
            </a:endParaRPr>
          </a:p>
          <a:p>
            <a:r>
              <a:rPr lang="en-US" dirty="0">
                <a:solidFill>
                  <a:srgbClr val="008080"/>
                </a:solidFill>
                <a:latin typeface="Consolas" panose="020B0609020204030204" pitchFamily="49" charset="0"/>
              </a:rPr>
              <a:t>&lt;/</a:t>
            </a:r>
            <a:r>
              <a:rPr lang="en-US" dirty="0">
                <a:solidFill>
                  <a:srgbClr val="3F7F7F"/>
                </a:solidFill>
                <a:latin typeface="Consolas" panose="020B0609020204030204" pitchFamily="49" charset="0"/>
              </a:rPr>
              <a:t>html</a:t>
            </a:r>
            <a:r>
              <a:rPr lang="en-US" dirty="0">
                <a:solidFill>
                  <a:srgbClr val="008080"/>
                </a:solidFill>
                <a:latin typeface="Consolas" panose="020B0609020204030204" pitchFamily="49" charset="0"/>
              </a:rPr>
              <a:t>&gt;</a:t>
            </a:r>
            <a:endParaRPr lang="en-US" dirty="0">
              <a:solidFill>
                <a:srgbClr val="000000"/>
              </a:solidFill>
              <a:latin typeface="Consolas" panose="020B0609020204030204" pitchFamily="49" charset="0"/>
            </a:endParaRPr>
          </a:p>
        </p:txBody>
      </p:sp>
    </p:spTree>
    <p:extLst>
      <p:ext uri="{BB962C8B-B14F-4D97-AF65-F5344CB8AC3E}">
        <p14:creationId xmlns:p14="http://schemas.microsoft.com/office/powerpoint/2010/main" val="4057930449"/>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CA17B3E7-0816-C9EA-10A3-7D6463FCF1B6}"/>
              </a:ext>
            </a:extLst>
          </p:cNvPr>
          <p:cNvSpPr/>
          <p:nvPr/>
        </p:nvSpPr>
        <p:spPr>
          <a:xfrm>
            <a:off x="2166938" y="0"/>
            <a:ext cx="7277100" cy="797671"/>
          </a:xfrm>
          <a:prstGeom prst="rect">
            <a:avLst/>
          </a:prstGeom>
          <a:solidFill>
            <a:srgbClr val="7395D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200" dirty="0" smtClean="0">
                <a:solidFill>
                  <a:schemeClr val="tx1"/>
                </a:solidFill>
                <a:latin typeface="Baskerville Old Face" panose="02020602080505020303" pitchFamily="18" charset="0"/>
              </a:rPr>
              <a:t>Output</a:t>
            </a:r>
            <a:endParaRPr lang="en-IN" sz="3200" dirty="0">
              <a:latin typeface="Bookman Old Style" panose="02050604050505020204" pitchFamily="18" charset="0"/>
            </a:endParaRPr>
          </a:p>
        </p:txBody>
      </p:sp>
      <p:pic>
        <p:nvPicPr>
          <p:cNvPr id="8" name="Picture 7">
            <a:extLst>
              <a:ext uri="{FF2B5EF4-FFF2-40B4-BE49-F238E27FC236}">
                <a16:creationId xmlns:a16="http://schemas.microsoft.com/office/drawing/2014/main" id="{9521783E-C584-0B64-E266-16603B17D53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172702" y="0"/>
            <a:ext cx="1881186" cy="906871"/>
          </a:xfrm>
          <a:prstGeom prst="rect">
            <a:avLst/>
          </a:prstGeom>
        </p:spPr>
      </p:pic>
      <p:pic>
        <p:nvPicPr>
          <p:cNvPr id="12" name="Picture 11">
            <a:extLst>
              <a:ext uri="{FF2B5EF4-FFF2-40B4-BE49-F238E27FC236}">
                <a16:creationId xmlns:a16="http://schemas.microsoft.com/office/drawing/2014/main" id="{D80704AD-12EF-9FAD-D8CC-E8D6E9D8A14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42900" y="63176"/>
            <a:ext cx="1095374" cy="797671"/>
          </a:xfrm>
          <a:prstGeom prst="rect">
            <a:avLst/>
          </a:prstGeom>
        </p:spPr>
      </p:pic>
      <p:pic>
        <p:nvPicPr>
          <p:cNvPr id="2" name="Picture 1"/>
          <p:cNvPicPr>
            <a:picLocks noChangeAspect="1"/>
          </p:cNvPicPr>
          <p:nvPr/>
        </p:nvPicPr>
        <p:blipFill>
          <a:blip r:embed="rId4"/>
          <a:stretch>
            <a:fillRect/>
          </a:stretch>
        </p:blipFill>
        <p:spPr>
          <a:xfrm>
            <a:off x="581025" y="2145122"/>
            <a:ext cx="5257800" cy="2957512"/>
          </a:xfrm>
          <a:prstGeom prst="rect">
            <a:avLst/>
          </a:prstGeom>
        </p:spPr>
      </p:pic>
      <p:pic>
        <p:nvPicPr>
          <p:cNvPr id="5" name="Picture 4"/>
          <p:cNvPicPr>
            <a:picLocks noChangeAspect="1"/>
          </p:cNvPicPr>
          <p:nvPr/>
        </p:nvPicPr>
        <p:blipFill>
          <a:blip r:embed="rId5"/>
          <a:stretch>
            <a:fillRect/>
          </a:stretch>
        </p:blipFill>
        <p:spPr>
          <a:xfrm>
            <a:off x="5848350" y="2145122"/>
            <a:ext cx="5257799" cy="2957512"/>
          </a:xfrm>
          <a:prstGeom prst="rect">
            <a:avLst/>
          </a:prstGeom>
        </p:spPr>
      </p:pic>
    </p:spTree>
    <p:extLst>
      <p:ext uri="{BB962C8B-B14F-4D97-AF65-F5344CB8AC3E}">
        <p14:creationId xmlns:p14="http://schemas.microsoft.com/office/powerpoint/2010/main" val="1969103628"/>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CA17B3E7-0816-C9EA-10A3-7D6463FCF1B6}"/>
              </a:ext>
            </a:extLst>
          </p:cNvPr>
          <p:cNvSpPr/>
          <p:nvPr/>
        </p:nvSpPr>
        <p:spPr>
          <a:xfrm>
            <a:off x="2166938" y="0"/>
            <a:ext cx="7277100" cy="797671"/>
          </a:xfrm>
          <a:prstGeom prst="rect">
            <a:avLst/>
          </a:prstGeom>
          <a:solidFill>
            <a:srgbClr val="7395D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200" dirty="0" smtClean="0">
                <a:solidFill>
                  <a:schemeClr val="tx1"/>
                </a:solidFill>
                <a:latin typeface="Baskerville Old Face" panose="02020602080505020303" pitchFamily="18" charset="0"/>
              </a:rPr>
              <a:t>Form validation setup</a:t>
            </a:r>
            <a:endParaRPr lang="en-IN" sz="3200" dirty="0">
              <a:latin typeface="Bookman Old Style" panose="02050604050505020204" pitchFamily="18" charset="0"/>
            </a:endParaRPr>
          </a:p>
        </p:txBody>
      </p:sp>
      <p:pic>
        <p:nvPicPr>
          <p:cNvPr id="8" name="Picture 7">
            <a:extLst>
              <a:ext uri="{FF2B5EF4-FFF2-40B4-BE49-F238E27FC236}">
                <a16:creationId xmlns:a16="http://schemas.microsoft.com/office/drawing/2014/main" id="{9521783E-C584-0B64-E266-16603B17D53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172702" y="0"/>
            <a:ext cx="1881186" cy="906871"/>
          </a:xfrm>
          <a:prstGeom prst="rect">
            <a:avLst/>
          </a:prstGeom>
        </p:spPr>
      </p:pic>
      <p:pic>
        <p:nvPicPr>
          <p:cNvPr id="12" name="Picture 11">
            <a:extLst>
              <a:ext uri="{FF2B5EF4-FFF2-40B4-BE49-F238E27FC236}">
                <a16:creationId xmlns:a16="http://schemas.microsoft.com/office/drawing/2014/main" id="{D80704AD-12EF-9FAD-D8CC-E8D6E9D8A14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42900" y="63176"/>
            <a:ext cx="1095374" cy="797671"/>
          </a:xfrm>
          <a:prstGeom prst="rect">
            <a:avLst/>
          </a:prstGeom>
        </p:spPr>
      </p:pic>
      <p:sp>
        <p:nvSpPr>
          <p:cNvPr id="3" name="Rectangle 1"/>
          <p:cNvSpPr>
            <a:spLocks noChangeArrowheads="1"/>
          </p:cNvSpPr>
          <p:nvPr/>
        </p:nvSpPr>
        <p:spPr bwMode="auto">
          <a:xfrm>
            <a:off x="259773" y="3451368"/>
            <a:ext cx="10408227" cy="2923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300" b="0" i="0" u="none" strike="noStrike" cap="none" normalizeH="0" baseline="0" smtClean="0">
                <a:ln>
                  <a:noFill/>
                </a:ln>
                <a:solidFill>
                  <a:srgbClr val="001D35"/>
                </a:solidFill>
                <a:effectLst/>
                <a:latin typeface="Arial" panose="020B0604020202020204" pitchFamily="34" charset="0"/>
                <a:cs typeface="Arial" panose="020B0604020202020204" pitchFamily="34" charset="0"/>
              </a:rPr>
              <a:t>Include the </a:t>
            </a:r>
            <a:r>
              <a:rPr kumimoji="0" lang="en-US" altLang="en-US" sz="1300" b="0" i="0" u="none" strike="noStrike" cap="none" normalizeH="0" baseline="0" smtClean="0">
                <a:ln>
                  <a:noFill/>
                </a:ln>
                <a:solidFill>
                  <a:srgbClr val="001D35"/>
                </a:solidFill>
                <a:effectLst/>
                <a:latin typeface="Courier New" panose="02070309020205020404" pitchFamily="49" charset="0"/>
                <a:cs typeface="Courier New" panose="02070309020205020404" pitchFamily="49" charset="0"/>
              </a:rPr>
              <a:t>spring-boot-starter-validation</a:t>
            </a:r>
            <a:r>
              <a:rPr kumimoji="0" lang="en-US" altLang="en-US" sz="1300" b="0" i="0" u="none" strike="noStrike" cap="none" normalizeH="0" baseline="0" smtClean="0">
                <a:ln>
                  <a:noFill/>
                </a:ln>
                <a:solidFill>
                  <a:srgbClr val="001D35"/>
                </a:solidFill>
                <a:effectLst/>
                <a:latin typeface="Arial" panose="020B0604020202020204" pitchFamily="34" charset="0"/>
                <a:cs typeface="Arial" panose="020B0604020202020204" pitchFamily="34" charset="0"/>
              </a:rPr>
              <a:t> dependency in your </a:t>
            </a:r>
            <a:r>
              <a:rPr kumimoji="0" lang="en-US" altLang="en-US" sz="1300" b="0" i="0" u="none" strike="noStrike" cap="none" normalizeH="0" baseline="0" smtClean="0">
                <a:ln>
                  <a:noFill/>
                </a:ln>
                <a:solidFill>
                  <a:srgbClr val="001D35"/>
                </a:solidFill>
                <a:effectLst/>
                <a:latin typeface="Courier New" panose="02070309020205020404" pitchFamily="49" charset="0"/>
                <a:cs typeface="Courier New" panose="02070309020205020404" pitchFamily="49" charset="0"/>
              </a:rPr>
              <a:t>pom.xml</a:t>
            </a:r>
            <a:r>
              <a:rPr kumimoji="0" lang="en-US" altLang="en-US" sz="1300" b="0" i="0" u="none" strike="noStrike" cap="none" normalizeH="0" baseline="0" smtClean="0">
                <a:ln>
                  <a:noFill/>
                </a:ln>
                <a:solidFill>
                  <a:srgbClr val="001D35"/>
                </a:solidFill>
                <a:effectLst/>
                <a:latin typeface="Arial" panose="020B0604020202020204" pitchFamily="34" charset="0"/>
                <a:cs typeface="Arial" panose="020B0604020202020204" pitchFamily="34" charset="0"/>
              </a:rPr>
              <a:t> (for Maven)</a:t>
            </a:r>
            <a:r>
              <a:rPr kumimoji="0" lang="en-US" altLang="en-US" sz="800" b="0" i="0" u="none" strike="noStrike" cap="none" normalizeH="0" baseline="0" smtClean="0">
                <a:ln>
                  <a:noFill/>
                </a:ln>
                <a:solidFill>
                  <a:schemeClr val="tx1"/>
                </a:solidFill>
                <a:effectLst/>
              </a:rPr>
              <a:t> </a:t>
            </a:r>
            <a:endParaRPr kumimoji="0" lang="en-US" altLang="en-US" sz="1800" b="0" i="0" u="none" strike="noStrike" cap="none" normalizeH="0" baseline="0" smtClean="0">
              <a:ln>
                <a:noFill/>
              </a:ln>
              <a:solidFill>
                <a:schemeClr val="tx1"/>
              </a:solidFill>
              <a:effectLst/>
              <a:latin typeface="Arial" panose="020B0604020202020204" pitchFamily="34" charset="0"/>
            </a:endParaRPr>
          </a:p>
        </p:txBody>
      </p:sp>
      <p:sp>
        <p:nvSpPr>
          <p:cNvPr id="6" name="Rectangle 5"/>
          <p:cNvSpPr/>
          <p:nvPr/>
        </p:nvSpPr>
        <p:spPr>
          <a:xfrm>
            <a:off x="342899" y="2167443"/>
            <a:ext cx="11119427" cy="923330"/>
          </a:xfrm>
          <a:prstGeom prst="rect">
            <a:avLst/>
          </a:prstGeom>
        </p:spPr>
        <p:txBody>
          <a:bodyPr wrap="square">
            <a:spAutoFit/>
          </a:bodyPr>
          <a:lstStyle/>
          <a:p>
            <a:r>
              <a:rPr lang="en-US" dirty="0">
                <a:solidFill>
                  <a:srgbClr val="001D35"/>
                </a:solidFill>
                <a:latin typeface="Arial" panose="020B0604020202020204" pitchFamily="34" charset="0"/>
              </a:rPr>
              <a:t>Form validation in Spring Boot with </a:t>
            </a:r>
            <a:r>
              <a:rPr lang="en-US" dirty="0" err="1">
                <a:solidFill>
                  <a:srgbClr val="001D35"/>
                </a:solidFill>
                <a:latin typeface="Arial" panose="020B0604020202020204" pitchFamily="34" charset="0"/>
              </a:rPr>
              <a:t>Thymeleaf</a:t>
            </a:r>
            <a:r>
              <a:rPr lang="en-US" dirty="0">
                <a:solidFill>
                  <a:srgbClr val="001D35"/>
                </a:solidFill>
                <a:latin typeface="Arial" panose="020B0604020202020204" pitchFamily="34" charset="0"/>
              </a:rPr>
              <a:t> typically leverages Spring's built-in Bean Validation API (JSR 380) for server-side validation. This involves defining constraints in your model and displaying error messages in your </a:t>
            </a:r>
            <a:r>
              <a:rPr lang="en-US" dirty="0" err="1">
                <a:solidFill>
                  <a:srgbClr val="001D35"/>
                </a:solidFill>
                <a:latin typeface="Arial" panose="020B0604020202020204" pitchFamily="34" charset="0"/>
              </a:rPr>
              <a:t>Thymeleaf</a:t>
            </a:r>
            <a:r>
              <a:rPr lang="en-US" dirty="0">
                <a:solidFill>
                  <a:srgbClr val="001D35"/>
                </a:solidFill>
                <a:latin typeface="Arial" panose="020B0604020202020204" pitchFamily="34" charset="0"/>
              </a:rPr>
              <a:t> template.</a:t>
            </a:r>
            <a:endParaRPr lang="en-US" dirty="0"/>
          </a:p>
        </p:txBody>
      </p:sp>
      <p:sp>
        <p:nvSpPr>
          <p:cNvPr id="7" name="Rectangle 6"/>
          <p:cNvSpPr/>
          <p:nvPr/>
        </p:nvSpPr>
        <p:spPr>
          <a:xfrm>
            <a:off x="2983346" y="3955672"/>
            <a:ext cx="6096000" cy="1200329"/>
          </a:xfrm>
          <a:prstGeom prst="rect">
            <a:avLst/>
          </a:prstGeom>
        </p:spPr>
        <p:style>
          <a:lnRef idx="2">
            <a:schemeClr val="accent5">
              <a:shade val="50000"/>
            </a:schemeClr>
          </a:lnRef>
          <a:fillRef idx="1">
            <a:schemeClr val="accent5"/>
          </a:fillRef>
          <a:effectRef idx="0">
            <a:schemeClr val="accent5"/>
          </a:effectRef>
          <a:fontRef idx="minor">
            <a:schemeClr val="lt1"/>
          </a:fontRef>
        </p:style>
        <p:txBody>
          <a:bodyPr>
            <a:spAutoFit/>
          </a:bodyPr>
          <a:lstStyle/>
          <a:p>
            <a:r>
              <a:rPr lang="en-US" dirty="0"/>
              <a:t> &lt;dependency&gt;        &lt;</a:t>
            </a:r>
            <a:r>
              <a:rPr lang="en-US" dirty="0" err="1"/>
              <a:t>groupId</a:t>
            </a:r>
            <a:r>
              <a:rPr lang="en-US" dirty="0"/>
              <a:t>&gt;</a:t>
            </a:r>
            <a:r>
              <a:rPr lang="en-US" dirty="0" err="1"/>
              <a:t>org.springframework.boot</a:t>
            </a:r>
            <a:r>
              <a:rPr lang="en-US" dirty="0"/>
              <a:t>&lt;/</a:t>
            </a:r>
            <a:r>
              <a:rPr lang="en-US" dirty="0" err="1"/>
              <a:t>groupId</a:t>
            </a:r>
            <a:r>
              <a:rPr lang="en-US" dirty="0"/>
              <a:t>&gt;        &lt;</a:t>
            </a:r>
            <a:r>
              <a:rPr lang="en-US" dirty="0" err="1"/>
              <a:t>artifactId</a:t>
            </a:r>
            <a:r>
              <a:rPr lang="en-US" dirty="0"/>
              <a:t>&gt;spring-boot-starter-validation&lt;/</a:t>
            </a:r>
            <a:r>
              <a:rPr lang="en-US" dirty="0" err="1"/>
              <a:t>artifactId</a:t>
            </a:r>
            <a:r>
              <a:rPr lang="en-US" dirty="0"/>
              <a:t>&gt;    &lt;/dependency&gt;</a:t>
            </a:r>
          </a:p>
        </p:txBody>
      </p:sp>
    </p:spTree>
    <p:extLst>
      <p:ext uri="{BB962C8B-B14F-4D97-AF65-F5344CB8AC3E}">
        <p14:creationId xmlns:p14="http://schemas.microsoft.com/office/powerpoint/2010/main" val="57229153"/>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CA17B3E7-0816-C9EA-10A3-7D6463FCF1B6}"/>
              </a:ext>
            </a:extLst>
          </p:cNvPr>
          <p:cNvSpPr/>
          <p:nvPr/>
        </p:nvSpPr>
        <p:spPr>
          <a:xfrm>
            <a:off x="2166938" y="0"/>
            <a:ext cx="7277100" cy="797671"/>
          </a:xfrm>
          <a:prstGeom prst="rect">
            <a:avLst/>
          </a:prstGeom>
          <a:solidFill>
            <a:srgbClr val="7395D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200" dirty="0" smtClean="0">
                <a:solidFill>
                  <a:schemeClr val="tx1"/>
                </a:solidFill>
                <a:latin typeface="Baskerville Old Face" panose="02020602080505020303" pitchFamily="18" charset="0"/>
              </a:rPr>
              <a:t>Form validation program</a:t>
            </a:r>
            <a:endParaRPr lang="en-IN" sz="3200" dirty="0">
              <a:latin typeface="Bookman Old Style" panose="02050604050505020204" pitchFamily="18" charset="0"/>
            </a:endParaRPr>
          </a:p>
        </p:txBody>
      </p:sp>
      <p:pic>
        <p:nvPicPr>
          <p:cNvPr id="8" name="Picture 7">
            <a:extLst>
              <a:ext uri="{FF2B5EF4-FFF2-40B4-BE49-F238E27FC236}">
                <a16:creationId xmlns:a16="http://schemas.microsoft.com/office/drawing/2014/main" id="{9521783E-C584-0B64-E266-16603B17D53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172702" y="0"/>
            <a:ext cx="1881186" cy="906871"/>
          </a:xfrm>
          <a:prstGeom prst="rect">
            <a:avLst/>
          </a:prstGeom>
        </p:spPr>
      </p:pic>
      <p:pic>
        <p:nvPicPr>
          <p:cNvPr id="12" name="Picture 11">
            <a:extLst>
              <a:ext uri="{FF2B5EF4-FFF2-40B4-BE49-F238E27FC236}">
                <a16:creationId xmlns:a16="http://schemas.microsoft.com/office/drawing/2014/main" id="{D80704AD-12EF-9FAD-D8CC-E8D6E9D8A14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42900" y="63176"/>
            <a:ext cx="1095374" cy="797671"/>
          </a:xfrm>
          <a:prstGeom prst="rect">
            <a:avLst/>
          </a:prstGeom>
        </p:spPr>
      </p:pic>
      <p:sp>
        <p:nvSpPr>
          <p:cNvPr id="2" name="Rectangle 1"/>
          <p:cNvSpPr/>
          <p:nvPr/>
        </p:nvSpPr>
        <p:spPr>
          <a:xfrm>
            <a:off x="342900" y="1277311"/>
            <a:ext cx="6096000" cy="2862322"/>
          </a:xfrm>
          <a:prstGeom prst="rect">
            <a:avLst/>
          </a:prstGeom>
        </p:spPr>
        <p:txBody>
          <a:bodyPr>
            <a:spAutoFit/>
          </a:bodyPr>
          <a:lstStyle/>
          <a:p>
            <a:r>
              <a:rPr lang="en-US" b="1" dirty="0">
                <a:solidFill>
                  <a:srgbClr val="7F0055"/>
                </a:solidFill>
                <a:latin typeface="Consolas" panose="020B0609020204030204" pitchFamily="49" charset="0"/>
              </a:rPr>
              <a:t>public</a:t>
            </a:r>
            <a:r>
              <a:rPr lang="en-US" dirty="0">
                <a:solidFill>
                  <a:srgbClr val="000000"/>
                </a:solidFill>
                <a:latin typeface="Consolas" panose="020B0609020204030204" pitchFamily="49" charset="0"/>
              </a:rPr>
              <a:t> </a:t>
            </a:r>
            <a:r>
              <a:rPr lang="en-US" b="1" dirty="0">
                <a:solidFill>
                  <a:srgbClr val="7F0055"/>
                </a:solidFill>
                <a:latin typeface="Consolas" panose="020B0609020204030204" pitchFamily="49" charset="0"/>
              </a:rPr>
              <a:t>class</a:t>
            </a:r>
            <a:r>
              <a:rPr lang="en-US" dirty="0">
                <a:solidFill>
                  <a:srgbClr val="000000"/>
                </a:solidFill>
                <a:latin typeface="Consolas" panose="020B0609020204030204" pitchFamily="49" charset="0"/>
              </a:rPr>
              <a:t> </a:t>
            </a:r>
            <a:r>
              <a:rPr lang="en-US" dirty="0" err="1">
                <a:solidFill>
                  <a:srgbClr val="000000"/>
                </a:solidFill>
                <a:latin typeface="Consolas" panose="020B0609020204030204" pitchFamily="49" charset="0"/>
              </a:rPr>
              <a:t>Emp</a:t>
            </a:r>
            <a:r>
              <a:rPr lang="en-US" dirty="0">
                <a:solidFill>
                  <a:srgbClr val="000000"/>
                </a:solidFill>
                <a:latin typeface="Consolas" panose="020B0609020204030204" pitchFamily="49" charset="0"/>
              </a:rPr>
              <a:t> {</a:t>
            </a:r>
          </a:p>
          <a:p>
            <a:r>
              <a:rPr lang="en-US" dirty="0">
                <a:solidFill>
                  <a:srgbClr val="646464"/>
                </a:solidFill>
                <a:latin typeface="Consolas" panose="020B0609020204030204" pitchFamily="49" charset="0"/>
              </a:rPr>
              <a:t>@Size</a:t>
            </a:r>
            <a:r>
              <a:rPr lang="en-US" dirty="0">
                <a:solidFill>
                  <a:srgbClr val="000000"/>
                </a:solidFill>
                <a:latin typeface="Consolas" panose="020B0609020204030204" pitchFamily="49" charset="0"/>
              </a:rPr>
              <a:t>(message=</a:t>
            </a:r>
            <a:r>
              <a:rPr lang="en-US" dirty="0">
                <a:solidFill>
                  <a:srgbClr val="2A00FF"/>
                </a:solidFill>
                <a:latin typeface="Consolas" panose="020B0609020204030204" pitchFamily="49" charset="0"/>
              </a:rPr>
              <a:t>"4 chars </a:t>
            </a:r>
            <a:r>
              <a:rPr lang="en-US" dirty="0" err="1">
                <a:solidFill>
                  <a:srgbClr val="2A00FF"/>
                </a:solidFill>
                <a:latin typeface="Consolas" panose="020B0609020204030204" pitchFamily="49" charset="0"/>
              </a:rPr>
              <a:t>only"</a:t>
            </a:r>
            <a:r>
              <a:rPr lang="en-US" dirty="0" err="1">
                <a:solidFill>
                  <a:srgbClr val="000000"/>
                </a:solidFill>
                <a:latin typeface="Consolas" panose="020B0609020204030204" pitchFamily="49" charset="0"/>
              </a:rPr>
              <a:t>,min</a:t>
            </a:r>
            <a:r>
              <a:rPr lang="en-US" dirty="0">
                <a:solidFill>
                  <a:srgbClr val="000000"/>
                </a:solidFill>
                <a:latin typeface="Consolas" panose="020B0609020204030204" pitchFamily="49" charset="0"/>
              </a:rPr>
              <a:t>=4,max=4)</a:t>
            </a:r>
          </a:p>
          <a:p>
            <a:r>
              <a:rPr lang="en-US" b="1" dirty="0">
                <a:solidFill>
                  <a:srgbClr val="7F0055"/>
                </a:solidFill>
                <a:latin typeface="Consolas" panose="020B0609020204030204" pitchFamily="49" charset="0"/>
              </a:rPr>
              <a:t>private</a:t>
            </a:r>
            <a:r>
              <a:rPr lang="en-US" dirty="0">
                <a:solidFill>
                  <a:srgbClr val="000000"/>
                </a:solidFill>
                <a:latin typeface="Consolas" panose="020B0609020204030204" pitchFamily="49" charset="0"/>
              </a:rPr>
              <a:t> String </a:t>
            </a:r>
            <a:r>
              <a:rPr lang="en-US" dirty="0" err="1">
                <a:solidFill>
                  <a:srgbClr val="0000C0"/>
                </a:solidFill>
                <a:latin typeface="Consolas" panose="020B0609020204030204" pitchFamily="49" charset="0"/>
              </a:rPr>
              <a:t>eno</a:t>
            </a:r>
            <a:r>
              <a:rPr lang="en-US" dirty="0">
                <a:solidFill>
                  <a:srgbClr val="000000"/>
                </a:solidFill>
                <a:latin typeface="Consolas" panose="020B0609020204030204" pitchFamily="49" charset="0"/>
              </a:rPr>
              <a:t>;</a:t>
            </a:r>
          </a:p>
          <a:p>
            <a:r>
              <a:rPr lang="en-US" dirty="0">
                <a:solidFill>
                  <a:srgbClr val="646464"/>
                </a:solidFill>
                <a:latin typeface="Consolas" panose="020B0609020204030204" pitchFamily="49" charset="0"/>
              </a:rPr>
              <a:t>@Size</a:t>
            </a:r>
            <a:r>
              <a:rPr lang="en-US" dirty="0">
                <a:solidFill>
                  <a:srgbClr val="000000"/>
                </a:solidFill>
                <a:latin typeface="Consolas" panose="020B0609020204030204" pitchFamily="49" charset="0"/>
              </a:rPr>
              <a:t>(min = 4, max = 10, message = </a:t>
            </a:r>
            <a:r>
              <a:rPr lang="en-US" dirty="0">
                <a:solidFill>
                  <a:srgbClr val="2A00FF"/>
                </a:solidFill>
                <a:latin typeface="Consolas" panose="020B0609020204030204" pitchFamily="49" charset="0"/>
              </a:rPr>
              <a:t>"Name must be between 4 and 10 characters"</a:t>
            </a:r>
            <a:r>
              <a:rPr lang="en-US" dirty="0">
                <a:solidFill>
                  <a:srgbClr val="000000"/>
                </a:solidFill>
                <a:latin typeface="Consolas" panose="020B0609020204030204" pitchFamily="49" charset="0"/>
              </a:rPr>
              <a:t>)</a:t>
            </a:r>
          </a:p>
          <a:p>
            <a:r>
              <a:rPr lang="en-US" b="1" dirty="0">
                <a:solidFill>
                  <a:srgbClr val="7F0055"/>
                </a:solidFill>
                <a:latin typeface="Consolas" panose="020B0609020204030204" pitchFamily="49" charset="0"/>
              </a:rPr>
              <a:t>private</a:t>
            </a:r>
            <a:r>
              <a:rPr lang="en-US" dirty="0">
                <a:solidFill>
                  <a:srgbClr val="000000"/>
                </a:solidFill>
                <a:latin typeface="Consolas" panose="020B0609020204030204" pitchFamily="49" charset="0"/>
              </a:rPr>
              <a:t> String </a:t>
            </a:r>
            <a:r>
              <a:rPr lang="en-US" dirty="0" err="1">
                <a:solidFill>
                  <a:srgbClr val="0000C0"/>
                </a:solidFill>
                <a:latin typeface="Consolas" panose="020B0609020204030204" pitchFamily="49" charset="0"/>
              </a:rPr>
              <a:t>ename</a:t>
            </a:r>
            <a:r>
              <a:rPr lang="en-US" dirty="0">
                <a:solidFill>
                  <a:srgbClr val="000000"/>
                </a:solidFill>
                <a:latin typeface="Consolas" panose="020B0609020204030204" pitchFamily="49" charset="0"/>
              </a:rPr>
              <a:t>;</a:t>
            </a:r>
          </a:p>
          <a:p>
            <a:r>
              <a:rPr lang="en-US" dirty="0">
                <a:solidFill>
                  <a:srgbClr val="646464"/>
                </a:solidFill>
                <a:latin typeface="Consolas" panose="020B0609020204030204" pitchFamily="49" charset="0"/>
              </a:rPr>
              <a:t>@Min</a:t>
            </a:r>
            <a:r>
              <a:rPr lang="en-US" dirty="0">
                <a:solidFill>
                  <a:srgbClr val="000000"/>
                </a:solidFill>
                <a:latin typeface="Consolas" panose="020B0609020204030204" pitchFamily="49" charset="0"/>
              </a:rPr>
              <a:t>(message=</a:t>
            </a:r>
            <a:r>
              <a:rPr lang="en-US" dirty="0">
                <a:solidFill>
                  <a:srgbClr val="2A00FF"/>
                </a:solidFill>
                <a:latin typeface="Consolas" panose="020B0609020204030204" pitchFamily="49" charset="0"/>
              </a:rPr>
              <a:t>"minimum 5"</a:t>
            </a:r>
            <a:r>
              <a:rPr lang="en-US" dirty="0">
                <a:solidFill>
                  <a:srgbClr val="000000"/>
                </a:solidFill>
                <a:latin typeface="Consolas" panose="020B0609020204030204" pitchFamily="49" charset="0"/>
              </a:rPr>
              <a:t>, value = 5)</a:t>
            </a:r>
          </a:p>
          <a:p>
            <a:r>
              <a:rPr lang="en-US" b="1" dirty="0">
                <a:solidFill>
                  <a:srgbClr val="7F0055"/>
                </a:solidFill>
                <a:latin typeface="Consolas" panose="020B0609020204030204" pitchFamily="49" charset="0"/>
              </a:rPr>
              <a:t>private</a:t>
            </a:r>
            <a:r>
              <a:rPr lang="en-US" dirty="0">
                <a:solidFill>
                  <a:srgbClr val="000000"/>
                </a:solidFill>
                <a:latin typeface="Consolas" panose="020B0609020204030204" pitchFamily="49" charset="0"/>
              </a:rPr>
              <a:t> </a:t>
            </a:r>
            <a:r>
              <a:rPr lang="en-US" b="1" dirty="0" err="1">
                <a:solidFill>
                  <a:srgbClr val="7F0055"/>
                </a:solidFill>
                <a:latin typeface="Consolas" panose="020B0609020204030204" pitchFamily="49" charset="0"/>
              </a:rPr>
              <a:t>int</a:t>
            </a:r>
            <a:r>
              <a:rPr lang="en-US" dirty="0">
                <a:solidFill>
                  <a:srgbClr val="000000"/>
                </a:solidFill>
                <a:latin typeface="Consolas" panose="020B0609020204030204" pitchFamily="49" charset="0"/>
              </a:rPr>
              <a:t> </a:t>
            </a:r>
            <a:r>
              <a:rPr lang="en-US" dirty="0">
                <a:solidFill>
                  <a:srgbClr val="0000C0"/>
                </a:solidFill>
                <a:latin typeface="Consolas" panose="020B0609020204030204" pitchFamily="49" charset="0"/>
              </a:rPr>
              <a:t>age</a:t>
            </a:r>
            <a:r>
              <a:rPr lang="en-US" dirty="0" smtClean="0">
                <a:solidFill>
                  <a:srgbClr val="000000"/>
                </a:solidFill>
                <a:latin typeface="Consolas" panose="020B0609020204030204" pitchFamily="49" charset="0"/>
              </a:rPr>
              <a:t>;</a:t>
            </a:r>
          </a:p>
          <a:p>
            <a:r>
              <a:rPr lang="en-US" dirty="0" smtClean="0">
                <a:solidFill>
                  <a:srgbClr val="000000"/>
                </a:solidFill>
                <a:latin typeface="Consolas" panose="020B0609020204030204" pitchFamily="49" charset="0"/>
              </a:rPr>
              <a:t>// .. Setter getter</a:t>
            </a:r>
            <a:endParaRPr lang="en-US" dirty="0">
              <a:solidFill>
                <a:srgbClr val="000000"/>
              </a:solidFill>
              <a:latin typeface="Consolas" panose="020B0609020204030204" pitchFamily="49" charset="0"/>
            </a:endParaRPr>
          </a:p>
          <a:p>
            <a:r>
              <a:rPr lang="en-US" dirty="0" smtClean="0">
                <a:solidFill>
                  <a:srgbClr val="000000"/>
                </a:solidFill>
                <a:latin typeface="Consolas" panose="020B0609020204030204" pitchFamily="49" charset="0"/>
              </a:rPr>
              <a:t>}</a:t>
            </a:r>
            <a:endParaRPr lang="en-US" dirty="0">
              <a:solidFill>
                <a:srgbClr val="000000"/>
              </a:solidFill>
              <a:latin typeface="Consolas" panose="020B0609020204030204" pitchFamily="49" charset="0"/>
            </a:endParaRPr>
          </a:p>
        </p:txBody>
      </p:sp>
      <p:sp>
        <p:nvSpPr>
          <p:cNvPr id="5" name="Rectangle 4"/>
          <p:cNvSpPr/>
          <p:nvPr/>
        </p:nvSpPr>
        <p:spPr>
          <a:xfrm>
            <a:off x="6539345" y="797671"/>
            <a:ext cx="6096000" cy="6186309"/>
          </a:xfrm>
          <a:prstGeom prst="rect">
            <a:avLst/>
          </a:prstGeom>
        </p:spPr>
        <p:txBody>
          <a:bodyPr>
            <a:spAutoFit/>
          </a:bodyPr>
          <a:lstStyle/>
          <a:p>
            <a:r>
              <a:rPr lang="en-US" dirty="0">
                <a:solidFill>
                  <a:srgbClr val="646464"/>
                </a:solidFill>
                <a:latin typeface="Consolas" panose="020B0609020204030204" pitchFamily="49" charset="0"/>
              </a:rPr>
              <a:t>@Controller</a:t>
            </a:r>
            <a:endParaRPr lang="en-US" dirty="0">
              <a:solidFill>
                <a:srgbClr val="000000"/>
              </a:solidFill>
              <a:latin typeface="Consolas" panose="020B0609020204030204" pitchFamily="49" charset="0"/>
            </a:endParaRPr>
          </a:p>
          <a:p>
            <a:r>
              <a:rPr lang="en-US" b="1" dirty="0">
                <a:solidFill>
                  <a:srgbClr val="7F0055"/>
                </a:solidFill>
                <a:latin typeface="Consolas" panose="020B0609020204030204" pitchFamily="49" charset="0"/>
              </a:rPr>
              <a:t>public</a:t>
            </a:r>
            <a:r>
              <a:rPr lang="en-US" dirty="0">
                <a:solidFill>
                  <a:srgbClr val="000000"/>
                </a:solidFill>
                <a:latin typeface="Consolas" panose="020B0609020204030204" pitchFamily="49" charset="0"/>
              </a:rPr>
              <a:t> </a:t>
            </a:r>
            <a:r>
              <a:rPr lang="en-US" b="1" dirty="0">
                <a:solidFill>
                  <a:srgbClr val="7F0055"/>
                </a:solidFill>
                <a:latin typeface="Consolas" panose="020B0609020204030204" pitchFamily="49" charset="0"/>
              </a:rPr>
              <a:t>class</a:t>
            </a:r>
            <a:r>
              <a:rPr lang="en-US" dirty="0">
                <a:solidFill>
                  <a:srgbClr val="000000"/>
                </a:solidFill>
                <a:latin typeface="Consolas" panose="020B0609020204030204" pitchFamily="49" charset="0"/>
              </a:rPr>
              <a:t> </a:t>
            </a:r>
            <a:r>
              <a:rPr lang="en-US" dirty="0" err="1">
                <a:solidFill>
                  <a:srgbClr val="000000"/>
                </a:solidFill>
                <a:latin typeface="Consolas" panose="020B0609020204030204" pitchFamily="49" charset="0"/>
              </a:rPr>
              <a:t>EmpController</a:t>
            </a:r>
            <a:r>
              <a:rPr lang="en-US" dirty="0">
                <a:solidFill>
                  <a:srgbClr val="000000"/>
                </a:solidFill>
                <a:latin typeface="Consolas" panose="020B0609020204030204" pitchFamily="49" charset="0"/>
              </a:rPr>
              <a:t> {</a:t>
            </a:r>
          </a:p>
          <a:p>
            <a:r>
              <a:rPr lang="en-US" dirty="0">
                <a:solidFill>
                  <a:srgbClr val="646464"/>
                </a:solidFill>
                <a:latin typeface="Consolas" panose="020B0609020204030204" pitchFamily="49" charset="0"/>
              </a:rPr>
              <a:t>@</a:t>
            </a:r>
            <a:r>
              <a:rPr lang="en-US" dirty="0" err="1">
                <a:solidFill>
                  <a:srgbClr val="646464"/>
                </a:solidFill>
                <a:latin typeface="Consolas" panose="020B0609020204030204" pitchFamily="49" charset="0"/>
              </a:rPr>
              <a:t>GetMapping</a:t>
            </a:r>
            <a:r>
              <a:rPr lang="en-US" dirty="0">
                <a:solidFill>
                  <a:srgbClr val="000000"/>
                </a:solidFill>
                <a:latin typeface="Consolas" panose="020B0609020204030204" pitchFamily="49" charset="0"/>
              </a:rPr>
              <a:t>(</a:t>
            </a:r>
            <a:r>
              <a:rPr lang="en-US" dirty="0">
                <a:solidFill>
                  <a:srgbClr val="2A00FF"/>
                </a:solidFill>
                <a:latin typeface="Consolas" panose="020B0609020204030204" pitchFamily="49" charset="0"/>
              </a:rPr>
              <a:t>"/</a:t>
            </a:r>
            <a:r>
              <a:rPr lang="en-US" dirty="0" err="1">
                <a:solidFill>
                  <a:srgbClr val="2A00FF"/>
                </a:solidFill>
                <a:latin typeface="Consolas" panose="020B0609020204030204" pitchFamily="49" charset="0"/>
              </a:rPr>
              <a:t>empform</a:t>
            </a:r>
            <a:r>
              <a:rPr lang="en-US" dirty="0">
                <a:solidFill>
                  <a:srgbClr val="2A00FF"/>
                </a:solidFill>
                <a:latin typeface="Consolas" panose="020B0609020204030204" pitchFamily="49" charset="0"/>
              </a:rPr>
              <a:t>"</a:t>
            </a:r>
            <a:r>
              <a:rPr lang="en-US" dirty="0">
                <a:solidFill>
                  <a:srgbClr val="000000"/>
                </a:solidFill>
                <a:latin typeface="Consolas" panose="020B0609020204030204" pitchFamily="49" charset="0"/>
              </a:rPr>
              <a:t>)</a:t>
            </a:r>
          </a:p>
          <a:p>
            <a:r>
              <a:rPr lang="en-US" b="1" dirty="0">
                <a:solidFill>
                  <a:srgbClr val="7F0055"/>
                </a:solidFill>
                <a:latin typeface="Consolas" panose="020B0609020204030204" pitchFamily="49" charset="0"/>
              </a:rPr>
              <a:t>public</a:t>
            </a:r>
            <a:r>
              <a:rPr lang="en-US" dirty="0">
                <a:solidFill>
                  <a:srgbClr val="000000"/>
                </a:solidFill>
                <a:latin typeface="Consolas" panose="020B0609020204030204" pitchFamily="49" charset="0"/>
              </a:rPr>
              <a:t> String </a:t>
            </a:r>
            <a:r>
              <a:rPr lang="en-US" dirty="0" err="1">
                <a:solidFill>
                  <a:srgbClr val="000000"/>
                </a:solidFill>
                <a:latin typeface="Consolas" panose="020B0609020204030204" pitchFamily="49" charset="0"/>
              </a:rPr>
              <a:t>empmethod</a:t>
            </a:r>
            <a:r>
              <a:rPr lang="en-US" dirty="0">
                <a:solidFill>
                  <a:srgbClr val="000000"/>
                </a:solidFill>
                <a:latin typeface="Consolas" panose="020B0609020204030204" pitchFamily="49" charset="0"/>
              </a:rPr>
              <a:t>(Model </a:t>
            </a:r>
            <a:r>
              <a:rPr lang="en-US" dirty="0">
                <a:solidFill>
                  <a:srgbClr val="6A3E3E"/>
                </a:solidFill>
                <a:latin typeface="Consolas" panose="020B0609020204030204" pitchFamily="49" charset="0"/>
              </a:rPr>
              <a:t>model</a:t>
            </a:r>
            <a:r>
              <a:rPr lang="en-US" dirty="0">
                <a:solidFill>
                  <a:srgbClr val="000000"/>
                </a:solidFill>
                <a:latin typeface="Consolas" panose="020B0609020204030204" pitchFamily="49" charset="0"/>
              </a:rPr>
              <a:t>)</a:t>
            </a:r>
          </a:p>
          <a:p>
            <a:r>
              <a:rPr lang="en-US" dirty="0">
                <a:solidFill>
                  <a:srgbClr val="000000"/>
                </a:solidFill>
                <a:latin typeface="Consolas" panose="020B0609020204030204" pitchFamily="49" charset="0"/>
              </a:rPr>
              <a:t>{</a:t>
            </a:r>
          </a:p>
          <a:p>
            <a:r>
              <a:rPr lang="en-US" dirty="0" err="1">
                <a:solidFill>
                  <a:srgbClr val="000000"/>
                </a:solidFill>
                <a:latin typeface="Consolas" panose="020B0609020204030204" pitchFamily="49" charset="0"/>
              </a:rPr>
              <a:t>Emp</a:t>
            </a:r>
            <a:r>
              <a:rPr lang="en-US" dirty="0">
                <a:solidFill>
                  <a:srgbClr val="000000"/>
                </a:solidFill>
                <a:latin typeface="Consolas" panose="020B0609020204030204" pitchFamily="49" charset="0"/>
              </a:rPr>
              <a:t> </a:t>
            </a:r>
            <a:r>
              <a:rPr lang="en-US" dirty="0">
                <a:solidFill>
                  <a:srgbClr val="6A3E3E"/>
                </a:solidFill>
                <a:latin typeface="Consolas" panose="020B0609020204030204" pitchFamily="49" charset="0"/>
              </a:rPr>
              <a:t>e</a:t>
            </a:r>
            <a:r>
              <a:rPr lang="en-US" dirty="0">
                <a:solidFill>
                  <a:srgbClr val="000000"/>
                </a:solidFill>
                <a:latin typeface="Consolas" panose="020B0609020204030204" pitchFamily="49" charset="0"/>
              </a:rPr>
              <a:t>=</a:t>
            </a:r>
            <a:r>
              <a:rPr lang="en-US" b="1" dirty="0">
                <a:solidFill>
                  <a:srgbClr val="7F0055"/>
                </a:solidFill>
                <a:latin typeface="Consolas" panose="020B0609020204030204" pitchFamily="49" charset="0"/>
              </a:rPr>
              <a:t>new</a:t>
            </a:r>
            <a:r>
              <a:rPr lang="en-US" dirty="0">
                <a:solidFill>
                  <a:srgbClr val="000000"/>
                </a:solidFill>
                <a:latin typeface="Consolas" panose="020B0609020204030204" pitchFamily="49" charset="0"/>
              </a:rPr>
              <a:t> </a:t>
            </a:r>
            <a:r>
              <a:rPr lang="en-US" dirty="0" err="1">
                <a:solidFill>
                  <a:srgbClr val="000000"/>
                </a:solidFill>
                <a:latin typeface="Consolas" panose="020B0609020204030204" pitchFamily="49" charset="0"/>
              </a:rPr>
              <a:t>Emp</a:t>
            </a:r>
            <a:r>
              <a:rPr lang="en-US" dirty="0">
                <a:solidFill>
                  <a:srgbClr val="000000"/>
                </a:solidFill>
                <a:latin typeface="Consolas" panose="020B0609020204030204" pitchFamily="49" charset="0"/>
              </a:rPr>
              <a:t>();</a:t>
            </a:r>
          </a:p>
          <a:p>
            <a:r>
              <a:rPr lang="en-US" dirty="0" err="1">
                <a:solidFill>
                  <a:srgbClr val="6A3E3E"/>
                </a:solidFill>
                <a:latin typeface="Consolas" panose="020B0609020204030204" pitchFamily="49" charset="0"/>
              </a:rPr>
              <a:t>model</a:t>
            </a:r>
            <a:r>
              <a:rPr lang="en-US" dirty="0" err="1">
                <a:solidFill>
                  <a:srgbClr val="000000"/>
                </a:solidFill>
                <a:latin typeface="Consolas" panose="020B0609020204030204" pitchFamily="49" charset="0"/>
              </a:rPr>
              <a:t>.addAttribute</a:t>
            </a:r>
            <a:r>
              <a:rPr lang="en-US" dirty="0">
                <a:solidFill>
                  <a:srgbClr val="000000"/>
                </a:solidFill>
                <a:latin typeface="Consolas" panose="020B0609020204030204" pitchFamily="49" charset="0"/>
              </a:rPr>
              <a:t>(</a:t>
            </a:r>
            <a:r>
              <a:rPr lang="en-US" dirty="0">
                <a:solidFill>
                  <a:srgbClr val="2A00FF"/>
                </a:solidFill>
                <a:latin typeface="Consolas" panose="020B0609020204030204" pitchFamily="49" charset="0"/>
              </a:rPr>
              <a:t>"</a:t>
            </a:r>
            <a:r>
              <a:rPr lang="en-US" dirty="0" err="1">
                <a:solidFill>
                  <a:srgbClr val="2A00FF"/>
                </a:solidFill>
                <a:latin typeface="Consolas" panose="020B0609020204030204" pitchFamily="49" charset="0"/>
              </a:rPr>
              <a:t>e"</a:t>
            </a:r>
            <a:r>
              <a:rPr lang="en-US" dirty="0" err="1">
                <a:solidFill>
                  <a:srgbClr val="000000"/>
                </a:solidFill>
                <a:latin typeface="Consolas" panose="020B0609020204030204" pitchFamily="49" charset="0"/>
              </a:rPr>
              <a:t>,</a:t>
            </a:r>
            <a:r>
              <a:rPr lang="en-US" dirty="0" err="1">
                <a:solidFill>
                  <a:srgbClr val="6A3E3E"/>
                </a:solidFill>
                <a:latin typeface="Consolas" panose="020B0609020204030204" pitchFamily="49" charset="0"/>
              </a:rPr>
              <a:t>e</a:t>
            </a:r>
            <a:r>
              <a:rPr lang="en-US" dirty="0">
                <a:solidFill>
                  <a:srgbClr val="000000"/>
                </a:solidFill>
                <a:latin typeface="Consolas" panose="020B0609020204030204" pitchFamily="49" charset="0"/>
              </a:rPr>
              <a:t>);</a:t>
            </a:r>
          </a:p>
          <a:p>
            <a:r>
              <a:rPr lang="en-US" b="1" dirty="0">
                <a:solidFill>
                  <a:srgbClr val="7F0055"/>
                </a:solidFill>
                <a:latin typeface="Consolas" panose="020B0609020204030204" pitchFamily="49" charset="0"/>
              </a:rPr>
              <a:t>return</a:t>
            </a:r>
            <a:r>
              <a:rPr lang="en-US" dirty="0">
                <a:solidFill>
                  <a:srgbClr val="000000"/>
                </a:solidFill>
                <a:latin typeface="Consolas" panose="020B0609020204030204" pitchFamily="49" charset="0"/>
              </a:rPr>
              <a:t> </a:t>
            </a:r>
            <a:r>
              <a:rPr lang="en-US" dirty="0">
                <a:solidFill>
                  <a:srgbClr val="2A00FF"/>
                </a:solidFill>
                <a:latin typeface="Consolas" panose="020B0609020204030204" pitchFamily="49" charset="0"/>
              </a:rPr>
              <a:t>"</a:t>
            </a:r>
            <a:r>
              <a:rPr lang="en-US" dirty="0" err="1">
                <a:solidFill>
                  <a:srgbClr val="2A00FF"/>
                </a:solidFill>
                <a:latin typeface="Consolas" panose="020B0609020204030204" pitchFamily="49" charset="0"/>
              </a:rPr>
              <a:t>emp_form</a:t>
            </a:r>
            <a:r>
              <a:rPr lang="en-US" dirty="0">
                <a:solidFill>
                  <a:srgbClr val="2A00FF"/>
                </a:solidFill>
                <a:latin typeface="Consolas" panose="020B0609020204030204" pitchFamily="49" charset="0"/>
              </a:rPr>
              <a:t>"</a:t>
            </a:r>
            <a:r>
              <a:rPr lang="en-US" dirty="0">
                <a:solidFill>
                  <a:srgbClr val="000000"/>
                </a:solidFill>
                <a:latin typeface="Consolas" panose="020B0609020204030204" pitchFamily="49" charset="0"/>
              </a:rPr>
              <a:t>;</a:t>
            </a:r>
          </a:p>
          <a:p>
            <a:r>
              <a:rPr lang="en-US" dirty="0">
                <a:solidFill>
                  <a:srgbClr val="000000"/>
                </a:solidFill>
                <a:latin typeface="Consolas" panose="020B0609020204030204" pitchFamily="49" charset="0"/>
              </a:rPr>
              <a:t>}</a:t>
            </a:r>
          </a:p>
          <a:p>
            <a:r>
              <a:rPr lang="en-US" dirty="0">
                <a:solidFill>
                  <a:srgbClr val="646464"/>
                </a:solidFill>
                <a:latin typeface="Consolas" panose="020B0609020204030204" pitchFamily="49" charset="0"/>
              </a:rPr>
              <a:t>@</a:t>
            </a:r>
            <a:r>
              <a:rPr lang="en-US" dirty="0" err="1">
                <a:solidFill>
                  <a:srgbClr val="646464"/>
                </a:solidFill>
                <a:latin typeface="Consolas" panose="020B0609020204030204" pitchFamily="49" charset="0"/>
              </a:rPr>
              <a:t>PostMapping</a:t>
            </a:r>
            <a:r>
              <a:rPr lang="en-US" dirty="0">
                <a:solidFill>
                  <a:srgbClr val="000000"/>
                </a:solidFill>
                <a:latin typeface="Consolas" panose="020B0609020204030204" pitchFamily="49" charset="0"/>
              </a:rPr>
              <a:t>(</a:t>
            </a:r>
            <a:r>
              <a:rPr lang="en-US" dirty="0">
                <a:solidFill>
                  <a:srgbClr val="2A00FF"/>
                </a:solidFill>
                <a:latin typeface="Consolas" panose="020B0609020204030204" pitchFamily="49" charset="0"/>
              </a:rPr>
              <a:t>"/</a:t>
            </a:r>
            <a:r>
              <a:rPr lang="en-US" dirty="0" err="1">
                <a:solidFill>
                  <a:srgbClr val="2A00FF"/>
                </a:solidFill>
                <a:latin typeface="Consolas" panose="020B0609020204030204" pitchFamily="49" charset="0"/>
              </a:rPr>
              <a:t>empform</a:t>
            </a:r>
            <a:r>
              <a:rPr lang="en-US" dirty="0">
                <a:solidFill>
                  <a:srgbClr val="2A00FF"/>
                </a:solidFill>
                <a:latin typeface="Consolas" panose="020B0609020204030204" pitchFamily="49" charset="0"/>
              </a:rPr>
              <a:t>"</a:t>
            </a:r>
            <a:r>
              <a:rPr lang="en-US" dirty="0">
                <a:solidFill>
                  <a:srgbClr val="000000"/>
                </a:solidFill>
                <a:latin typeface="Consolas" panose="020B0609020204030204" pitchFamily="49" charset="0"/>
              </a:rPr>
              <a:t>)</a:t>
            </a:r>
          </a:p>
          <a:p>
            <a:r>
              <a:rPr lang="en-US" b="1" dirty="0">
                <a:solidFill>
                  <a:srgbClr val="7F0055"/>
                </a:solidFill>
                <a:latin typeface="Consolas" panose="020B0609020204030204" pitchFamily="49" charset="0"/>
              </a:rPr>
              <a:t>public</a:t>
            </a:r>
            <a:r>
              <a:rPr lang="en-US" dirty="0">
                <a:solidFill>
                  <a:srgbClr val="000000"/>
                </a:solidFill>
                <a:latin typeface="Consolas" panose="020B0609020204030204" pitchFamily="49" charset="0"/>
              </a:rPr>
              <a:t> String </a:t>
            </a:r>
            <a:r>
              <a:rPr lang="en-US" dirty="0" err="1">
                <a:solidFill>
                  <a:srgbClr val="000000"/>
                </a:solidFill>
                <a:latin typeface="Consolas" panose="020B0609020204030204" pitchFamily="49" charset="0"/>
              </a:rPr>
              <a:t>emppostmethod</a:t>
            </a:r>
            <a:r>
              <a:rPr lang="en-US" dirty="0">
                <a:solidFill>
                  <a:srgbClr val="000000"/>
                </a:solidFill>
                <a:latin typeface="Consolas" panose="020B0609020204030204" pitchFamily="49" charset="0"/>
              </a:rPr>
              <a:t>(</a:t>
            </a:r>
            <a:r>
              <a:rPr lang="en-US" dirty="0">
                <a:solidFill>
                  <a:srgbClr val="646464"/>
                </a:solidFill>
                <a:latin typeface="Consolas" panose="020B0609020204030204" pitchFamily="49" charset="0"/>
              </a:rPr>
              <a:t>@Valid</a:t>
            </a:r>
            <a:r>
              <a:rPr lang="en-US" dirty="0">
                <a:solidFill>
                  <a:srgbClr val="000000"/>
                </a:solidFill>
                <a:latin typeface="Consolas" panose="020B0609020204030204" pitchFamily="49" charset="0"/>
              </a:rPr>
              <a:t> </a:t>
            </a:r>
            <a:r>
              <a:rPr lang="en-US" dirty="0">
                <a:solidFill>
                  <a:srgbClr val="646464"/>
                </a:solidFill>
                <a:latin typeface="Consolas" panose="020B0609020204030204" pitchFamily="49" charset="0"/>
              </a:rPr>
              <a:t>@</a:t>
            </a:r>
            <a:r>
              <a:rPr lang="en-US" dirty="0" err="1">
                <a:solidFill>
                  <a:srgbClr val="646464"/>
                </a:solidFill>
                <a:latin typeface="Consolas" panose="020B0609020204030204" pitchFamily="49" charset="0"/>
              </a:rPr>
              <a:t>ModelAttribute</a:t>
            </a:r>
            <a:r>
              <a:rPr lang="en-US" dirty="0">
                <a:solidFill>
                  <a:srgbClr val="000000"/>
                </a:solidFill>
                <a:latin typeface="Consolas" panose="020B0609020204030204" pitchFamily="49" charset="0"/>
              </a:rPr>
              <a:t>(</a:t>
            </a:r>
            <a:r>
              <a:rPr lang="en-US" dirty="0">
                <a:solidFill>
                  <a:srgbClr val="2A00FF"/>
                </a:solidFill>
                <a:latin typeface="Consolas" panose="020B0609020204030204" pitchFamily="49" charset="0"/>
              </a:rPr>
              <a:t>"e"</a:t>
            </a:r>
            <a:r>
              <a:rPr lang="en-US" dirty="0">
                <a:solidFill>
                  <a:srgbClr val="000000"/>
                </a:solidFill>
                <a:latin typeface="Consolas" panose="020B0609020204030204" pitchFamily="49" charset="0"/>
              </a:rPr>
              <a:t>) </a:t>
            </a:r>
            <a:r>
              <a:rPr lang="en-US" dirty="0" err="1">
                <a:solidFill>
                  <a:srgbClr val="000000"/>
                </a:solidFill>
                <a:latin typeface="Consolas" panose="020B0609020204030204" pitchFamily="49" charset="0"/>
              </a:rPr>
              <a:t>Emp</a:t>
            </a:r>
            <a:r>
              <a:rPr lang="en-US" dirty="0">
                <a:solidFill>
                  <a:srgbClr val="000000"/>
                </a:solidFill>
                <a:latin typeface="Consolas" panose="020B0609020204030204" pitchFamily="49" charset="0"/>
              </a:rPr>
              <a:t> </a:t>
            </a:r>
            <a:r>
              <a:rPr lang="en-US" dirty="0" err="1">
                <a:solidFill>
                  <a:srgbClr val="6A3E3E"/>
                </a:solidFill>
                <a:latin typeface="Consolas" panose="020B0609020204030204" pitchFamily="49" charset="0"/>
              </a:rPr>
              <a:t>e</a:t>
            </a:r>
            <a:r>
              <a:rPr lang="en-US" dirty="0" err="1">
                <a:solidFill>
                  <a:srgbClr val="000000"/>
                </a:solidFill>
                <a:latin typeface="Consolas" panose="020B0609020204030204" pitchFamily="49" charset="0"/>
              </a:rPr>
              <a:t>,BindingResult</a:t>
            </a:r>
            <a:r>
              <a:rPr lang="en-US" dirty="0">
                <a:solidFill>
                  <a:srgbClr val="000000"/>
                </a:solidFill>
                <a:latin typeface="Consolas" panose="020B0609020204030204" pitchFamily="49" charset="0"/>
              </a:rPr>
              <a:t> </a:t>
            </a:r>
            <a:r>
              <a:rPr lang="en-US" dirty="0" err="1">
                <a:solidFill>
                  <a:srgbClr val="6A3E3E"/>
                </a:solidFill>
                <a:latin typeface="Consolas" panose="020B0609020204030204" pitchFamily="49" charset="0"/>
              </a:rPr>
              <a:t>bindingresult</a:t>
            </a:r>
            <a:r>
              <a:rPr lang="en-US" dirty="0">
                <a:solidFill>
                  <a:srgbClr val="000000"/>
                </a:solidFill>
                <a:latin typeface="Consolas" panose="020B0609020204030204" pitchFamily="49" charset="0"/>
              </a:rPr>
              <a:t>)</a:t>
            </a:r>
          </a:p>
          <a:p>
            <a:r>
              <a:rPr lang="en-US" dirty="0">
                <a:solidFill>
                  <a:srgbClr val="000000"/>
                </a:solidFill>
                <a:latin typeface="Consolas" panose="020B0609020204030204" pitchFamily="49" charset="0"/>
              </a:rPr>
              <a:t>{</a:t>
            </a:r>
          </a:p>
          <a:p>
            <a:r>
              <a:rPr lang="en-US" b="1" dirty="0">
                <a:solidFill>
                  <a:srgbClr val="7F0055"/>
                </a:solidFill>
                <a:latin typeface="Consolas" panose="020B0609020204030204" pitchFamily="49" charset="0"/>
              </a:rPr>
              <a:t>if</a:t>
            </a:r>
            <a:r>
              <a:rPr lang="en-US" dirty="0">
                <a:solidFill>
                  <a:srgbClr val="000000"/>
                </a:solidFill>
                <a:latin typeface="Consolas" panose="020B0609020204030204" pitchFamily="49" charset="0"/>
              </a:rPr>
              <a:t>(</a:t>
            </a:r>
            <a:r>
              <a:rPr lang="en-US" dirty="0" err="1">
                <a:solidFill>
                  <a:srgbClr val="6A3E3E"/>
                </a:solidFill>
                <a:latin typeface="Consolas" panose="020B0609020204030204" pitchFamily="49" charset="0"/>
              </a:rPr>
              <a:t>bindingresult</a:t>
            </a:r>
            <a:r>
              <a:rPr lang="en-US" dirty="0" err="1">
                <a:solidFill>
                  <a:srgbClr val="000000"/>
                </a:solidFill>
                <a:latin typeface="Consolas" panose="020B0609020204030204" pitchFamily="49" charset="0"/>
              </a:rPr>
              <a:t>.hasErrors</a:t>
            </a:r>
            <a:r>
              <a:rPr lang="en-US" dirty="0">
                <a:solidFill>
                  <a:srgbClr val="000000"/>
                </a:solidFill>
                <a:latin typeface="Consolas" panose="020B0609020204030204" pitchFamily="49" charset="0"/>
              </a:rPr>
              <a:t>())</a:t>
            </a:r>
          </a:p>
          <a:p>
            <a:r>
              <a:rPr lang="en-US" dirty="0">
                <a:solidFill>
                  <a:srgbClr val="000000"/>
                </a:solidFill>
                <a:latin typeface="Consolas" panose="020B0609020204030204" pitchFamily="49" charset="0"/>
              </a:rPr>
              <a:t>{</a:t>
            </a:r>
          </a:p>
          <a:p>
            <a:r>
              <a:rPr lang="en-US" b="1" dirty="0">
                <a:solidFill>
                  <a:srgbClr val="7F0055"/>
                </a:solidFill>
                <a:latin typeface="Consolas" panose="020B0609020204030204" pitchFamily="49" charset="0"/>
              </a:rPr>
              <a:t>return</a:t>
            </a:r>
            <a:r>
              <a:rPr lang="en-US" dirty="0">
                <a:solidFill>
                  <a:srgbClr val="000000"/>
                </a:solidFill>
                <a:latin typeface="Consolas" panose="020B0609020204030204" pitchFamily="49" charset="0"/>
              </a:rPr>
              <a:t> </a:t>
            </a:r>
            <a:r>
              <a:rPr lang="en-US" dirty="0">
                <a:solidFill>
                  <a:srgbClr val="2A00FF"/>
                </a:solidFill>
                <a:latin typeface="Consolas" panose="020B0609020204030204" pitchFamily="49" charset="0"/>
              </a:rPr>
              <a:t>"</a:t>
            </a:r>
            <a:r>
              <a:rPr lang="en-US" dirty="0" err="1">
                <a:solidFill>
                  <a:srgbClr val="2A00FF"/>
                </a:solidFill>
                <a:latin typeface="Consolas" panose="020B0609020204030204" pitchFamily="49" charset="0"/>
              </a:rPr>
              <a:t>emp_form</a:t>
            </a:r>
            <a:r>
              <a:rPr lang="en-US" dirty="0">
                <a:solidFill>
                  <a:srgbClr val="2A00FF"/>
                </a:solidFill>
                <a:latin typeface="Consolas" panose="020B0609020204030204" pitchFamily="49" charset="0"/>
              </a:rPr>
              <a:t>"</a:t>
            </a:r>
            <a:r>
              <a:rPr lang="en-US" dirty="0">
                <a:solidFill>
                  <a:srgbClr val="000000"/>
                </a:solidFill>
                <a:latin typeface="Consolas" panose="020B0609020204030204" pitchFamily="49" charset="0"/>
              </a:rPr>
              <a:t>;</a:t>
            </a:r>
          </a:p>
          <a:p>
            <a:r>
              <a:rPr lang="en-US" dirty="0">
                <a:solidFill>
                  <a:srgbClr val="000000"/>
                </a:solidFill>
                <a:latin typeface="Consolas" panose="020B0609020204030204" pitchFamily="49" charset="0"/>
              </a:rPr>
              <a:t>}</a:t>
            </a:r>
          </a:p>
          <a:p>
            <a:r>
              <a:rPr lang="en-US" b="1" dirty="0">
                <a:solidFill>
                  <a:srgbClr val="7F0055"/>
                </a:solidFill>
                <a:latin typeface="Consolas" panose="020B0609020204030204" pitchFamily="49" charset="0"/>
              </a:rPr>
              <a:t>else</a:t>
            </a:r>
            <a:endParaRPr lang="en-US" dirty="0">
              <a:solidFill>
                <a:srgbClr val="000000"/>
              </a:solidFill>
              <a:latin typeface="Consolas" panose="020B0609020204030204" pitchFamily="49" charset="0"/>
            </a:endParaRPr>
          </a:p>
          <a:p>
            <a:r>
              <a:rPr lang="en-US" b="1" dirty="0">
                <a:solidFill>
                  <a:srgbClr val="7F0055"/>
                </a:solidFill>
                <a:latin typeface="Consolas" panose="020B0609020204030204" pitchFamily="49" charset="0"/>
              </a:rPr>
              <a:t>return</a:t>
            </a:r>
            <a:r>
              <a:rPr lang="en-US" dirty="0">
                <a:solidFill>
                  <a:srgbClr val="000000"/>
                </a:solidFill>
                <a:latin typeface="Consolas" panose="020B0609020204030204" pitchFamily="49" charset="0"/>
              </a:rPr>
              <a:t> </a:t>
            </a:r>
            <a:r>
              <a:rPr lang="en-US" dirty="0">
                <a:solidFill>
                  <a:srgbClr val="2A00FF"/>
                </a:solidFill>
                <a:latin typeface="Consolas" panose="020B0609020204030204" pitchFamily="49" charset="0"/>
              </a:rPr>
              <a:t>"</a:t>
            </a:r>
            <a:r>
              <a:rPr lang="en-US" dirty="0" err="1">
                <a:solidFill>
                  <a:srgbClr val="2A00FF"/>
                </a:solidFill>
                <a:latin typeface="Consolas" panose="020B0609020204030204" pitchFamily="49" charset="0"/>
              </a:rPr>
              <a:t>emp_success</a:t>
            </a:r>
            <a:r>
              <a:rPr lang="en-US" dirty="0">
                <a:solidFill>
                  <a:srgbClr val="2A00FF"/>
                </a:solidFill>
                <a:latin typeface="Consolas" panose="020B0609020204030204" pitchFamily="49" charset="0"/>
              </a:rPr>
              <a:t>"</a:t>
            </a:r>
            <a:r>
              <a:rPr lang="en-US" dirty="0">
                <a:solidFill>
                  <a:srgbClr val="000000"/>
                </a:solidFill>
                <a:latin typeface="Consolas" panose="020B0609020204030204" pitchFamily="49" charset="0"/>
              </a:rPr>
              <a:t>;</a:t>
            </a:r>
          </a:p>
          <a:p>
            <a:r>
              <a:rPr lang="en-US" dirty="0">
                <a:solidFill>
                  <a:srgbClr val="000000"/>
                </a:solidFill>
                <a:latin typeface="Consolas" panose="020B0609020204030204" pitchFamily="49" charset="0"/>
              </a:rPr>
              <a:t>}</a:t>
            </a:r>
          </a:p>
          <a:p>
            <a:r>
              <a:rPr lang="en-US" dirty="0">
                <a:solidFill>
                  <a:srgbClr val="000000"/>
                </a:solidFill>
                <a:latin typeface="Consolas" panose="020B0609020204030204" pitchFamily="49" charset="0"/>
              </a:rPr>
              <a:t>}</a:t>
            </a:r>
          </a:p>
        </p:txBody>
      </p:sp>
    </p:spTree>
    <p:extLst>
      <p:ext uri="{BB962C8B-B14F-4D97-AF65-F5344CB8AC3E}">
        <p14:creationId xmlns:p14="http://schemas.microsoft.com/office/powerpoint/2010/main" val="4288098870"/>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CA17B3E7-0816-C9EA-10A3-7D6463FCF1B6}"/>
              </a:ext>
            </a:extLst>
          </p:cNvPr>
          <p:cNvSpPr/>
          <p:nvPr/>
        </p:nvSpPr>
        <p:spPr>
          <a:xfrm>
            <a:off x="2166938" y="0"/>
            <a:ext cx="7277100" cy="797671"/>
          </a:xfrm>
          <a:prstGeom prst="rect">
            <a:avLst/>
          </a:prstGeom>
          <a:solidFill>
            <a:srgbClr val="7395D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200" dirty="0" smtClean="0">
                <a:solidFill>
                  <a:schemeClr val="tx1"/>
                </a:solidFill>
                <a:latin typeface="Baskerville Old Face" panose="02020602080505020303" pitchFamily="18" charset="0"/>
              </a:rPr>
              <a:t>Form validation program</a:t>
            </a:r>
            <a:endParaRPr lang="en-IN" sz="3200" dirty="0">
              <a:latin typeface="Bookman Old Style" panose="02050604050505020204" pitchFamily="18" charset="0"/>
            </a:endParaRPr>
          </a:p>
        </p:txBody>
      </p:sp>
      <p:pic>
        <p:nvPicPr>
          <p:cNvPr id="8" name="Picture 7">
            <a:extLst>
              <a:ext uri="{FF2B5EF4-FFF2-40B4-BE49-F238E27FC236}">
                <a16:creationId xmlns:a16="http://schemas.microsoft.com/office/drawing/2014/main" id="{9521783E-C584-0B64-E266-16603B17D53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172702" y="0"/>
            <a:ext cx="1881186" cy="906871"/>
          </a:xfrm>
          <a:prstGeom prst="rect">
            <a:avLst/>
          </a:prstGeom>
        </p:spPr>
      </p:pic>
      <p:pic>
        <p:nvPicPr>
          <p:cNvPr id="12" name="Picture 11">
            <a:extLst>
              <a:ext uri="{FF2B5EF4-FFF2-40B4-BE49-F238E27FC236}">
                <a16:creationId xmlns:a16="http://schemas.microsoft.com/office/drawing/2014/main" id="{D80704AD-12EF-9FAD-D8CC-E8D6E9D8A14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42900" y="63176"/>
            <a:ext cx="1095374" cy="797671"/>
          </a:xfrm>
          <a:prstGeom prst="rect">
            <a:avLst/>
          </a:prstGeom>
        </p:spPr>
      </p:pic>
      <p:sp>
        <p:nvSpPr>
          <p:cNvPr id="3" name="Rectangle 2"/>
          <p:cNvSpPr/>
          <p:nvPr/>
        </p:nvSpPr>
        <p:spPr>
          <a:xfrm>
            <a:off x="480290" y="1240871"/>
            <a:ext cx="6096000" cy="5355312"/>
          </a:xfrm>
          <a:prstGeom prst="rect">
            <a:avLst/>
          </a:prstGeom>
        </p:spPr>
        <p:txBody>
          <a:bodyPr>
            <a:spAutoFit/>
          </a:bodyPr>
          <a:lstStyle/>
          <a:p>
            <a:r>
              <a:rPr lang="en-US" dirty="0">
                <a:solidFill>
                  <a:srgbClr val="008080"/>
                </a:solidFill>
                <a:latin typeface="Consolas" panose="020B0609020204030204" pitchFamily="49" charset="0"/>
              </a:rPr>
              <a:t>&lt;</a:t>
            </a:r>
            <a:r>
              <a:rPr lang="en-US" dirty="0">
                <a:solidFill>
                  <a:srgbClr val="3F7F7F"/>
                </a:solidFill>
                <a:latin typeface="Consolas" panose="020B0609020204030204" pitchFamily="49" charset="0"/>
              </a:rPr>
              <a:t>form</a:t>
            </a:r>
            <a:r>
              <a:rPr lang="en-US" dirty="0">
                <a:solidFill>
                  <a:srgbClr val="000000"/>
                </a:solidFill>
                <a:latin typeface="Consolas" panose="020B0609020204030204" pitchFamily="49" charset="0"/>
              </a:rPr>
              <a:t> </a:t>
            </a:r>
            <a:r>
              <a:rPr lang="en-US" dirty="0">
                <a:solidFill>
                  <a:srgbClr val="7F007F"/>
                </a:solidFill>
                <a:latin typeface="Consolas" panose="020B0609020204030204" pitchFamily="49" charset="0"/>
              </a:rPr>
              <a:t>action</a:t>
            </a:r>
            <a:r>
              <a:rPr lang="en-US" dirty="0">
                <a:solidFill>
                  <a:srgbClr val="000000"/>
                </a:solidFill>
                <a:latin typeface="Consolas" panose="020B0609020204030204" pitchFamily="49" charset="0"/>
              </a:rPr>
              <a:t>=</a:t>
            </a:r>
            <a:r>
              <a:rPr lang="en-US" i="1" dirty="0">
                <a:solidFill>
                  <a:srgbClr val="2A00FF"/>
                </a:solidFill>
                <a:latin typeface="Consolas" panose="020B0609020204030204" pitchFamily="49" charset="0"/>
              </a:rPr>
              <a:t>"#"</a:t>
            </a:r>
            <a:r>
              <a:rPr lang="en-US" dirty="0">
                <a:solidFill>
                  <a:srgbClr val="000000"/>
                </a:solidFill>
                <a:latin typeface="Consolas" panose="020B0609020204030204" pitchFamily="49" charset="0"/>
              </a:rPr>
              <a:t> </a:t>
            </a:r>
            <a:r>
              <a:rPr lang="en-US" dirty="0" err="1">
                <a:solidFill>
                  <a:srgbClr val="7F007F"/>
                </a:solidFill>
                <a:latin typeface="Consolas" panose="020B0609020204030204" pitchFamily="49" charset="0"/>
              </a:rPr>
              <a:t>th:action</a:t>
            </a:r>
            <a:r>
              <a:rPr lang="en-US" dirty="0">
                <a:solidFill>
                  <a:srgbClr val="000000"/>
                </a:solidFill>
                <a:latin typeface="Consolas" panose="020B0609020204030204" pitchFamily="49" charset="0"/>
              </a:rPr>
              <a:t>=</a:t>
            </a:r>
            <a:r>
              <a:rPr lang="en-US" i="1" dirty="0">
                <a:solidFill>
                  <a:srgbClr val="2A00FF"/>
                </a:solidFill>
                <a:latin typeface="Consolas" panose="020B0609020204030204" pitchFamily="49" charset="0"/>
              </a:rPr>
              <a:t>"@{/</a:t>
            </a:r>
            <a:r>
              <a:rPr lang="en-US" i="1" dirty="0" err="1">
                <a:solidFill>
                  <a:srgbClr val="2A00FF"/>
                </a:solidFill>
                <a:latin typeface="Consolas" panose="020B0609020204030204" pitchFamily="49" charset="0"/>
              </a:rPr>
              <a:t>empform</a:t>
            </a:r>
            <a:r>
              <a:rPr lang="en-US" i="1" dirty="0">
                <a:solidFill>
                  <a:srgbClr val="2A00FF"/>
                </a:solidFill>
                <a:latin typeface="Consolas" panose="020B0609020204030204" pitchFamily="49" charset="0"/>
              </a:rPr>
              <a:t>}"</a:t>
            </a:r>
            <a:r>
              <a:rPr lang="en-US" dirty="0">
                <a:solidFill>
                  <a:srgbClr val="000000"/>
                </a:solidFill>
                <a:latin typeface="Consolas" panose="020B0609020204030204" pitchFamily="49" charset="0"/>
              </a:rPr>
              <a:t> </a:t>
            </a:r>
            <a:r>
              <a:rPr lang="en-US" dirty="0" err="1">
                <a:solidFill>
                  <a:srgbClr val="7F007F"/>
                </a:solidFill>
                <a:latin typeface="Consolas" panose="020B0609020204030204" pitchFamily="49" charset="0"/>
              </a:rPr>
              <a:t>th:object</a:t>
            </a:r>
            <a:r>
              <a:rPr lang="en-US" dirty="0">
                <a:solidFill>
                  <a:srgbClr val="000000"/>
                </a:solidFill>
                <a:latin typeface="Consolas" panose="020B0609020204030204" pitchFamily="49" charset="0"/>
              </a:rPr>
              <a:t>=</a:t>
            </a:r>
            <a:r>
              <a:rPr lang="en-US" i="1" dirty="0">
                <a:solidFill>
                  <a:srgbClr val="2A00FF"/>
                </a:solidFill>
                <a:latin typeface="Consolas" panose="020B0609020204030204" pitchFamily="49" charset="0"/>
              </a:rPr>
              <a:t>"${e}"</a:t>
            </a:r>
            <a:r>
              <a:rPr lang="en-US" dirty="0">
                <a:solidFill>
                  <a:srgbClr val="000000"/>
                </a:solidFill>
                <a:latin typeface="Consolas" panose="020B0609020204030204" pitchFamily="49" charset="0"/>
              </a:rPr>
              <a:t> </a:t>
            </a:r>
            <a:r>
              <a:rPr lang="en-US" dirty="0">
                <a:solidFill>
                  <a:srgbClr val="7F007F"/>
                </a:solidFill>
                <a:latin typeface="Consolas" panose="020B0609020204030204" pitchFamily="49" charset="0"/>
              </a:rPr>
              <a:t>method</a:t>
            </a:r>
            <a:r>
              <a:rPr lang="en-US" dirty="0">
                <a:solidFill>
                  <a:srgbClr val="000000"/>
                </a:solidFill>
                <a:latin typeface="Consolas" panose="020B0609020204030204" pitchFamily="49" charset="0"/>
              </a:rPr>
              <a:t>=</a:t>
            </a:r>
            <a:r>
              <a:rPr lang="en-US" i="1" dirty="0">
                <a:solidFill>
                  <a:srgbClr val="2A00FF"/>
                </a:solidFill>
                <a:latin typeface="Consolas" panose="020B0609020204030204" pitchFamily="49" charset="0"/>
              </a:rPr>
              <a:t>"post"</a:t>
            </a:r>
            <a:r>
              <a:rPr lang="en-US" dirty="0">
                <a:solidFill>
                  <a:srgbClr val="008080"/>
                </a:solidFill>
                <a:latin typeface="Consolas" panose="020B0609020204030204" pitchFamily="49" charset="0"/>
              </a:rPr>
              <a:t>&gt;</a:t>
            </a:r>
            <a:endParaRPr lang="en-US" dirty="0">
              <a:solidFill>
                <a:srgbClr val="000000"/>
              </a:solidFill>
              <a:latin typeface="Consolas" panose="020B0609020204030204" pitchFamily="49" charset="0"/>
            </a:endParaRPr>
          </a:p>
          <a:p>
            <a:r>
              <a:rPr lang="en-US" dirty="0">
                <a:solidFill>
                  <a:srgbClr val="008080"/>
                </a:solidFill>
                <a:latin typeface="Consolas" panose="020B0609020204030204" pitchFamily="49" charset="0"/>
              </a:rPr>
              <a:t>&lt;</a:t>
            </a:r>
            <a:r>
              <a:rPr lang="en-US" dirty="0">
                <a:solidFill>
                  <a:srgbClr val="3F7F7F"/>
                </a:solidFill>
                <a:latin typeface="Consolas" panose="020B0609020204030204" pitchFamily="49" charset="0"/>
              </a:rPr>
              <a:t>label</a:t>
            </a:r>
            <a:r>
              <a:rPr lang="en-US" dirty="0">
                <a:solidFill>
                  <a:srgbClr val="008080"/>
                </a:solidFill>
                <a:latin typeface="Consolas" panose="020B0609020204030204" pitchFamily="49" charset="0"/>
              </a:rPr>
              <a:t>&gt;</a:t>
            </a:r>
            <a:r>
              <a:rPr lang="en-US" u="sng" dirty="0" err="1">
                <a:solidFill>
                  <a:srgbClr val="000000"/>
                </a:solidFill>
                <a:latin typeface="Consolas" panose="020B0609020204030204" pitchFamily="49" charset="0"/>
              </a:rPr>
              <a:t>emp</a:t>
            </a:r>
            <a:r>
              <a:rPr lang="en-US" dirty="0">
                <a:solidFill>
                  <a:srgbClr val="000000"/>
                </a:solidFill>
                <a:latin typeface="Consolas" panose="020B0609020204030204" pitchFamily="49" charset="0"/>
              </a:rPr>
              <a:t> no:</a:t>
            </a:r>
            <a:r>
              <a:rPr lang="en-US" dirty="0">
                <a:solidFill>
                  <a:srgbClr val="008080"/>
                </a:solidFill>
                <a:latin typeface="Consolas" panose="020B0609020204030204" pitchFamily="49" charset="0"/>
              </a:rPr>
              <a:t>&lt;/</a:t>
            </a:r>
            <a:r>
              <a:rPr lang="en-US" dirty="0">
                <a:solidFill>
                  <a:srgbClr val="3F7F7F"/>
                </a:solidFill>
                <a:latin typeface="Consolas" panose="020B0609020204030204" pitchFamily="49" charset="0"/>
              </a:rPr>
              <a:t>label</a:t>
            </a:r>
            <a:r>
              <a:rPr lang="en-US" dirty="0">
                <a:solidFill>
                  <a:srgbClr val="008080"/>
                </a:solidFill>
                <a:latin typeface="Consolas" panose="020B0609020204030204" pitchFamily="49" charset="0"/>
              </a:rPr>
              <a:t>&gt;</a:t>
            </a:r>
            <a:endParaRPr lang="en-US" dirty="0">
              <a:solidFill>
                <a:srgbClr val="000000"/>
              </a:solidFill>
              <a:latin typeface="Consolas" panose="020B0609020204030204" pitchFamily="49" charset="0"/>
            </a:endParaRPr>
          </a:p>
          <a:p>
            <a:r>
              <a:rPr lang="en-US" dirty="0">
                <a:solidFill>
                  <a:srgbClr val="008080"/>
                </a:solidFill>
                <a:latin typeface="Consolas" panose="020B0609020204030204" pitchFamily="49" charset="0"/>
              </a:rPr>
              <a:t>&lt;</a:t>
            </a:r>
            <a:r>
              <a:rPr lang="en-US" dirty="0">
                <a:solidFill>
                  <a:srgbClr val="3F7F7F"/>
                </a:solidFill>
                <a:latin typeface="Consolas" panose="020B0609020204030204" pitchFamily="49" charset="0"/>
              </a:rPr>
              <a:t>input</a:t>
            </a:r>
            <a:r>
              <a:rPr lang="en-US" dirty="0">
                <a:solidFill>
                  <a:srgbClr val="000000"/>
                </a:solidFill>
                <a:latin typeface="Consolas" panose="020B0609020204030204" pitchFamily="49" charset="0"/>
              </a:rPr>
              <a:t> </a:t>
            </a:r>
            <a:r>
              <a:rPr lang="en-US" dirty="0">
                <a:solidFill>
                  <a:srgbClr val="7F007F"/>
                </a:solidFill>
                <a:latin typeface="Consolas" panose="020B0609020204030204" pitchFamily="49" charset="0"/>
              </a:rPr>
              <a:t>type</a:t>
            </a:r>
            <a:r>
              <a:rPr lang="en-US" dirty="0">
                <a:solidFill>
                  <a:srgbClr val="000000"/>
                </a:solidFill>
                <a:latin typeface="Consolas" panose="020B0609020204030204" pitchFamily="49" charset="0"/>
              </a:rPr>
              <a:t>=</a:t>
            </a:r>
            <a:r>
              <a:rPr lang="en-US" i="1" dirty="0">
                <a:solidFill>
                  <a:srgbClr val="2A00FF"/>
                </a:solidFill>
                <a:latin typeface="Consolas" panose="020B0609020204030204" pitchFamily="49" charset="0"/>
              </a:rPr>
              <a:t>"text"</a:t>
            </a:r>
            <a:r>
              <a:rPr lang="en-US" dirty="0">
                <a:solidFill>
                  <a:srgbClr val="000000"/>
                </a:solidFill>
                <a:latin typeface="Consolas" panose="020B0609020204030204" pitchFamily="49" charset="0"/>
              </a:rPr>
              <a:t> </a:t>
            </a:r>
            <a:r>
              <a:rPr lang="en-US" dirty="0" err="1">
                <a:solidFill>
                  <a:srgbClr val="7F007F"/>
                </a:solidFill>
                <a:latin typeface="Consolas" panose="020B0609020204030204" pitchFamily="49" charset="0"/>
              </a:rPr>
              <a:t>th:field</a:t>
            </a:r>
            <a:r>
              <a:rPr lang="en-US" dirty="0">
                <a:solidFill>
                  <a:srgbClr val="000000"/>
                </a:solidFill>
                <a:latin typeface="Consolas" panose="020B0609020204030204" pitchFamily="49" charset="0"/>
              </a:rPr>
              <a:t>=</a:t>
            </a:r>
            <a:r>
              <a:rPr lang="en-US" i="1" dirty="0">
                <a:solidFill>
                  <a:srgbClr val="2A00FF"/>
                </a:solidFill>
                <a:latin typeface="Consolas" panose="020B0609020204030204" pitchFamily="49" charset="0"/>
              </a:rPr>
              <a:t>"*{</a:t>
            </a:r>
            <a:r>
              <a:rPr lang="en-US" i="1" dirty="0" err="1">
                <a:solidFill>
                  <a:srgbClr val="2A00FF"/>
                </a:solidFill>
                <a:latin typeface="Consolas" panose="020B0609020204030204" pitchFamily="49" charset="0"/>
              </a:rPr>
              <a:t>eno</a:t>
            </a:r>
            <a:r>
              <a:rPr lang="en-US" i="1" dirty="0">
                <a:solidFill>
                  <a:srgbClr val="2A00FF"/>
                </a:solidFill>
                <a:latin typeface="Consolas" panose="020B0609020204030204" pitchFamily="49" charset="0"/>
              </a:rPr>
              <a:t>}"</a:t>
            </a:r>
            <a:r>
              <a:rPr lang="en-US" dirty="0">
                <a:solidFill>
                  <a:srgbClr val="008080"/>
                </a:solidFill>
                <a:latin typeface="Consolas" panose="020B0609020204030204" pitchFamily="49" charset="0"/>
              </a:rPr>
              <a:t>&gt;</a:t>
            </a:r>
            <a:endParaRPr lang="en-US" dirty="0">
              <a:solidFill>
                <a:srgbClr val="000000"/>
              </a:solidFill>
              <a:latin typeface="Consolas" panose="020B0609020204030204" pitchFamily="49" charset="0"/>
            </a:endParaRPr>
          </a:p>
          <a:p>
            <a:r>
              <a:rPr lang="en-US" dirty="0">
                <a:solidFill>
                  <a:srgbClr val="008080"/>
                </a:solidFill>
                <a:latin typeface="Consolas" panose="020B0609020204030204" pitchFamily="49" charset="0"/>
              </a:rPr>
              <a:t>&lt;</a:t>
            </a:r>
            <a:r>
              <a:rPr lang="en-US" dirty="0">
                <a:solidFill>
                  <a:srgbClr val="3F7F7F"/>
                </a:solidFill>
                <a:latin typeface="Consolas" panose="020B0609020204030204" pitchFamily="49" charset="0"/>
              </a:rPr>
              <a:t>span</a:t>
            </a:r>
            <a:r>
              <a:rPr lang="en-US" dirty="0">
                <a:solidFill>
                  <a:srgbClr val="000000"/>
                </a:solidFill>
                <a:latin typeface="Consolas" panose="020B0609020204030204" pitchFamily="49" charset="0"/>
              </a:rPr>
              <a:t> </a:t>
            </a:r>
            <a:r>
              <a:rPr lang="en-US" dirty="0" err="1">
                <a:solidFill>
                  <a:srgbClr val="7F007F"/>
                </a:solidFill>
                <a:latin typeface="Consolas" panose="020B0609020204030204" pitchFamily="49" charset="0"/>
              </a:rPr>
              <a:t>th:if</a:t>
            </a:r>
            <a:r>
              <a:rPr lang="en-US" dirty="0">
                <a:solidFill>
                  <a:srgbClr val="000000"/>
                </a:solidFill>
                <a:latin typeface="Consolas" panose="020B0609020204030204" pitchFamily="49" charset="0"/>
              </a:rPr>
              <a:t>=</a:t>
            </a:r>
            <a:r>
              <a:rPr lang="en-US" i="1" dirty="0">
                <a:solidFill>
                  <a:srgbClr val="2A00FF"/>
                </a:solidFill>
                <a:latin typeface="Consolas" panose="020B0609020204030204" pitchFamily="49" charset="0"/>
              </a:rPr>
              <a:t>"${#</a:t>
            </a:r>
            <a:r>
              <a:rPr lang="en-US" i="1" dirty="0" err="1">
                <a:solidFill>
                  <a:srgbClr val="2A00FF"/>
                </a:solidFill>
                <a:latin typeface="Consolas" panose="020B0609020204030204" pitchFamily="49" charset="0"/>
              </a:rPr>
              <a:t>fields.hasErrors</a:t>
            </a:r>
            <a:r>
              <a:rPr lang="en-US" i="1" dirty="0">
                <a:solidFill>
                  <a:srgbClr val="2A00FF"/>
                </a:solidFill>
                <a:latin typeface="Consolas" panose="020B0609020204030204" pitchFamily="49" charset="0"/>
              </a:rPr>
              <a:t>('</a:t>
            </a:r>
            <a:r>
              <a:rPr lang="en-US" i="1" dirty="0" err="1">
                <a:solidFill>
                  <a:srgbClr val="2A00FF"/>
                </a:solidFill>
                <a:latin typeface="Consolas" panose="020B0609020204030204" pitchFamily="49" charset="0"/>
              </a:rPr>
              <a:t>eno</a:t>
            </a:r>
            <a:r>
              <a:rPr lang="en-US" i="1" dirty="0">
                <a:solidFill>
                  <a:srgbClr val="2A00FF"/>
                </a:solidFill>
                <a:latin typeface="Consolas" panose="020B0609020204030204" pitchFamily="49" charset="0"/>
              </a:rPr>
              <a:t>')}"</a:t>
            </a:r>
            <a:r>
              <a:rPr lang="en-US" dirty="0">
                <a:solidFill>
                  <a:srgbClr val="000000"/>
                </a:solidFill>
                <a:latin typeface="Consolas" panose="020B0609020204030204" pitchFamily="49" charset="0"/>
              </a:rPr>
              <a:t> </a:t>
            </a:r>
            <a:r>
              <a:rPr lang="en-US" dirty="0" err="1">
                <a:solidFill>
                  <a:srgbClr val="7F007F"/>
                </a:solidFill>
                <a:latin typeface="Consolas" panose="020B0609020204030204" pitchFamily="49" charset="0"/>
              </a:rPr>
              <a:t>th:errors</a:t>
            </a:r>
            <a:r>
              <a:rPr lang="en-US" dirty="0">
                <a:solidFill>
                  <a:srgbClr val="000000"/>
                </a:solidFill>
                <a:latin typeface="Consolas" panose="020B0609020204030204" pitchFamily="49" charset="0"/>
              </a:rPr>
              <a:t>=</a:t>
            </a:r>
            <a:r>
              <a:rPr lang="en-US" i="1" dirty="0">
                <a:solidFill>
                  <a:srgbClr val="2A00FF"/>
                </a:solidFill>
                <a:latin typeface="Consolas" panose="020B0609020204030204" pitchFamily="49" charset="0"/>
              </a:rPr>
              <a:t>"*{</a:t>
            </a:r>
            <a:r>
              <a:rPr lang="en-US" i="1" dirty="0" err="1">
                <a:solidFill>
                  <a:srgbClr val="2A00FF"/>
                </a:solidFill>
                <a:latin typeface="Consolas" panose="020B0609020204030204" pitchFamily="49" charset="0"/>
              </a:rPr>
              <a:t>eno</a:t>
            </a:r>
            <a:r>
              <a:rPr lang="en-US" i="1" dirty="0">
                <a:solidFill>
                  <a:srgbClr val="2A00FF"/>
                </a:solidFill>
                <a:latin typeface="Consolas" panose="020B0609020204030204" pitchFamily="49" charset="0"/>
              </a:rPr>
              <a:t>}"</a:t>
            </a:r>
            <a:r>
              <a:rPr lang="en-US" dirty="0">
                <a:solidFill>
                  <a:srgbClr val="000000"/>
                </a:solidFill>
                <a:latin typeface="Consolas" panose="020B0609020204030204" pitchFamily="49" charset="0"/>
              </a:rPr>
              <a:t> </a:t>
            </a:r>
            <a:r>
              <a:rPr lang="en-US" dirty="0">
                <a:solidFill>
                  <a:srgbClr val="7F007F"/>
                </a:solidFill>
                <a:latin typeface="Consolas" panose="020B0609020204030204" pitchFamily="49" charset="0"/>
              </a:rPr>
              <a:t>class</a:t>
            </a:r>
            <a:r>
              <a:rPr lang="en-US" dirty="0">
                <a:solidFill>
                  <a:srgbClr val="000000"/>
                </a:solidFill>
                <a:latin typeface="Consolas" panose="020B0609020204030204" pitchFamily="49" charset="0"/>
              </a:rPr>
              <a:t>=</a:t>
            </a:r>
            <a:r>
              <a:rPr lang="en-US" i="1" dirty="0">
                <a:solidFill>
                  <a:srgbClr val="2A00FF"/>
                </a:solidFill>
                <a:latin typeface="Consolas" panose="020B0609020204030204" pitchFamily="49" charset="0"/>
              </a:rPr>
              <a:t>"error"</a:t>
            </a:r>
            <a:r>
              <a:rPr lang="en-US" dirty="0">
                <a:solidFill>
                  <a:srgbClr val="008080"/>
                </a:solidFill>
                <a:latin typeface="Consolas" panose="020B0609020204030204" pitchFamily="49" charset="0"/>
              </a:rPr>
              <a:t>&gt;&lt;/</a:t>
            </a:r>
            <a:r>
              <a:rPr lang="en-US" dirty="0">
                <a:solidFill>
                  <a:srgbClr val="3F7F7F"/>
                </a:solidFill>
                <a:latin typeface="Consolas" panose="020B0609020204030204" pitchFamily="49" charset="0"/>
              </a:rPr>
              <a:t>span</a:t>
            </a:r>
            <a:r>
              <a:rPr lang="en-US" dirty="0">
                <a:solidFill>
                  <a:srgbClr val="008080"/>
                </a:solidFill>
                <a:latin typeface="Consolas" panose="020B0609020204030204" pitchFamily="49" charset="0"/>
              </a:rPr>
              <a:t>&gt;</a:t>
            </a:r>
            <a:endParaRPr lang="en-US" dirty="0">
              <a:solidFill>
                <a:srgbClr val="000000"/>
              </a:solidFill>
              <a:latin typeface="Consolas" panose="020B0609020204030204" pitchFamily="49" charset="0"/>
            </a:endParaRPr>
          </a:p>
          <a:p>
            <a:r>
              <a:rPr lang="en-US" dirty="0">
                <a:solidFill>
                  <a:srgbClr val="008080"/>
                </a:solidFill>
                <a:latin typeface="Consolas" panose="020B0609020204030204" pitchFamily="49" charset="0"/>
              </a:rPr>
              <a:t>&lt;</a:t>
            </a:r>
            <a:r>
              <a:rPr lang="en-US" dirty="0" err="1">
                <a:solidFill>
                  <a:srgbClr val="3F7F7F"/>
                </a:solidFill>
                <a:latin typeface="Consolas" panose="020B0609020204030204" pitchFamily="49" charset="0"/>
              </a:rPr>
              <a:t>br</a:t>
            </a:r>
            <a:r>
              <a:rPr lang="en-US" dirty="0">
                <a:solidFill>
                  <a:srgbClr val="008080"/>
                </a:solidFill>
                <a:latin typeface="Consolas" panose="020B0609020204030204" pitchFamily="49" charset="0"/>
              </a:rPr>
              <a:t>/&gt;</a:t>
            </a:r>
            <a:endParaRPr lang="en-US" dirty="0">
              <a:solidFill>
                <a:srgbClr val="000000"/>
              </a:solidFill>
              <a:latin typeface="Consolas" panose="020B0609020204030204" pitchFamily="49" charset="0"/>
            </a:endParaRPr>
          </a:p>
          <a:p>
            <a:r>
              <a:rPr lang="en-US" dirty="0">
                <a:solidFill>
                  <a:srgbClr val="008080"/>
                </a:solidFill>
                <a:latin typeface="Consolas" panose="020B0609020204030204" pitchFamily="49" charset="0"/>
              </a:rPr>
              <a:t>&lt;</a:t>
            </a:r>
            <a:r>
              <a:rPr lang="en-US" dirty="0">
                <a:solidFill>
                  <a:srgbClr val="3F7F7F"/>
                </a:solidFill>
                <a:latin typeface="Consolas" panose="020B0609020204030204" pitchFamily="49" charset="0"/>
              </a:rPr>
              <a:t>label</a:t>
            </a:r>
            <a:r>
              <a:rPr lang="en-US" dirty="0">
                <a:solidFill>
                  <a:srgbClr val="008080"/>
                </a:solidFill>
                <a:latin typeface="Consolas" panose="020B0609020204030204" pitchFamily="49" charset="0"/>
              </a:rPr>
              <a:t>&gt;</a:t>
            </a:r>
            <a:r>
              <a:rPr lang="en-US" u="sng" dirty="0" err="1">
                <a:solidFill>
                  <a:srgbClr val="000000"/>
                </a:solidFill>
                <a:latin typeface="Consolas" panose="020B0609020204030204" pitchFamily="49" charset="0"/>
              </a:rPr>
              <a:t>emp</a:t>
            </a:r>
            <a:r>
              <a:rPr lang="en-US" dirty="0">
                <a:solidFill>
                  <a:srgbClr val="000000"/>
                </a:solidFill>
                <a:latin typeface="Consolas" panose="020B0609020204030204" pitchFamily="49" charset="0"/>
              </a:rPr>
              <a:t> name:</a:t>
            </a:r>
            <a:r>
              <a:rPr lang="en-US" dirty="0">
                <a:solidFill>
                  <a:srgbClr val="008080"/>
                </a:solidFill>
                <a:latin typeface="Consolas" panose="020B0609020204030204" pitchFamily="49" charset="0"/>
              </a:rPr>
              <a:t>&lt;/</a:t>
            </a:r>
            <a:r>
              <a:rPr lang="en-US" dirty="0">
                <a:solidFill>
                  <a:srgbClr val="3F7F7F"/>
                </a:solidFill>
                <a:latin typeface="Consolas" panose="020B0609020204030204" pitchFamily="49" charset="0"/>
              </a:rPr>
              <a:t>label</a:t>
            </a:r>
            <a:r>
              <a:rPr lang="en-US" dirty="0">
                <a:solidFill>
                  <a:srgbClr val="008080"/>
                </a:solidFill>
                <a:latin typeface="Consolas" panose="020B0609020204030204" pitchFamily="49" charset="0"/>
              </a:rPr>
              <a:t>&gt;</a:t>
            </a:r>
            <a:endParaRPr lang="en-US" dirty="0">
              <a:solidFill>
                <a:srgbClr val="000000"/>
              </a:solidFill>
              <a:latin typeface="Consolas" panose="020B0609020204030204" pitchFamily="49" charset="0"/>
            </a:endParaRPr>
          </a:p>
          <a:p>
            <a:r>
              <a:rPr lang="en-US" dirty="0">
                <a:solidFill>
                  <a:srgbClr val="008080"/>
                </a:solidFill>
                <a:latin typeface="Consolas" panose="020B0609020204030204" pitchFamily="49" charset="0"/>
              </a:rPr>
              <a:t>&lt;</a:t>
            </a:r>
            <a:r>
              <a:rPr lang="en-US" dirty="0">
                <a:solidFill>
                  <a:srgbClr val="3F7F7F"/>
                </a:solidFill>
                <a:latin typeface="Consolas" panose="020B0609020204030204" pitchFamily="49" charset="0"/>
              </a:rPr>
              <a:t>input</a:t>
            </a:r>
            <a:r>
              <a:rPr lang="en-US" dirty="0">
                <a:solidFill>
                  <a:srgbClr val="000000"/>
                </a:solidFill>
                <a:latin typeface="Consolas" panose="020B0609020204030204" pitchFamily="49" charset="0"/>
              </a:rPr>
              <a:t> </a:t>
            </a:r>
            <a:r>
              <a:rPr lang="en-US" dirty="0">
                <a:solidFill>
                  <a:srgbClr val="7F007F"/>
                </a:solidFill>
                <a:latin typeface="Consolas" panose="020B0609020204030204" pitchFamily="49" charset="0"/>
              </a:rPr>
              <a:t>type</a:t>
            </a:r>
            <a:r>
              <a:rPr lang="en-US" dirty="0">
                <a:solidFill>
                  <a:srgbClr val="000000"/>
                </a:solidFill>
                <a:latin typeface="Consolas" panose="020B0609020204030204" pitchFamily="49" charset="0"/>
              </a:rPr>
              <a:t>=</a:t>
            </a:r>
            <a:r>
              <a:rPr lang="en-US" i="1" dirty="0">
                <a:solidFill>
                  <a:srgbClr val="2A00FF"/>
                </a:solidFill>
                <a:latin typeface="Consolas" panose="020B0609020204030204" pitchFamily="49" charset="0"/>
              </a:rPr>
              <a:t>"text"</a:t>
            </a:r>
            <a:r>
              <a:rPr lang="en-US" dirty="0">
                <a:solidFill>
                  <a:srgbClr val="000000"/>
                </a:solidFill>
                <a:latin typeface="Consolas" panose="020B0609020204030204" pitchFamily="49" charset="0"/>
              </a:rPr>
              <a:t> </a:t>
            </a:r>
            <a:r>
              <a:rPr lang="en-US" dirty="0" err="1">
                <a:solidFill>
                  <a:srgbClr val="7F007F"/>
                </a:solidFill>
                <a:latin typeface="Consolas" panose="020B0609020204030204" pitchFamily="49" charset="0"/>
              </a:rPr>
              <a:t>th:field</a:t>
            </a:r>
            <a:r>
              <a:rPr lang="en-US" dirty="0">
                <a:solidFill>
                  <a:srgbClr val="000000"/>
                </a:solidFill>
                <a:latin typeface="Consolas" panose="020B0609020204030204" pitchFamily="49" charset="0"/>
              </a:rPr>
              <a:t>=</a:t>
            </a:r>
            <a:r>
              <a:rPr lang="en-US" i="1" dirty="0">
                <a:solidFill>
                  <a:srgbClr val="2A00FF"/>
                </a:solidFill>
                <a:latin typeface="Consolas" panose="020B0609020204030204" pitchFamily="49" charset="0"/>
              </a:rPr>
              <a:t>"*{</a:t>
            </a:r>
            <a:r>
              <a:rPr lang="en-US" i="1" dirty="0" err="1">
                <a:solidFill>
                  <a:srgbClr val="2A00FF"/>
                </a:solidFill>
                <a:latin typeface="Consolas" panose="020B0609020204030204" pitchFamily="49" charset="0"/>
              </a:rPr>
              <a:t>ename</a:t>
            </a:r>
            <a:r>
              <a:rPr lang="en-US" i="1" dirty="0">
                <a:solidFill>
                  <a:srgbClr val="2A00FF"/>
                </a:solidFill>
                <a:latin typeface="Consolas" panose="020B0609020204030204" pitchFamily="49" charset="0"/>
              </a:rPr>
              <a:t>}"</a:t>
            </a:r>
            <a:r>
              <a:rPr lang="en-US" dirty="0">
                <a:solidFill>
                  <a:srgbClr val="008080"/>
                </a:solidFill>
                <a:latin typeface="Consolas" panose="020B0609020204030204" pitchFamily="49" charset="0"/>
              </a:rPr>
              <a:t>&gt;</a:t>
            </a:r>
            <a:endParaRPr lang="en-US" dirty="0">
              <a:solidFill>
                <a:srgbClr val="000000"/>
              </a:solidFill>
              <a:latin typeface="Consolas" panose="020B0609020204030204" pitchFamily="49" charset="0"/>
            </a:endParaRPr>
          </a:p>
          <a:p>
            <a:r>
              <a:rPr lang="en-US" dirty="0">
                <a:solidFill>
                  <a:srgbClr val="008080"/>
                </a:solidFill>
                <a:latin typeface="Consolas" panose="020B0609020204030204" pitchFamily="49" charset="0"/>
              </a:rPr>
              <a:t>&lt;</a:t>
            </a:r>
            <a:r>
              <a:rPr lang="en-US" dirty="0">
                <a:solidFill>
                  <a:srgbClr val="3F7F7F"/>
                </a:solidFill>
                <a:latin typeface="Consolas" panose="020B0609020204030204" pitchFamily="49" charset="0"/>
              </a:rPr>
              <a:t>span</a:t>
            </a:r>
            <a:r>
              <a:rPr lang="en-US" dirty="0">
                <a:solidFill>
                  <a:srgbClr val="000000"/>
                </a:solidFill>
                <a:latin typeface="Consolas" panose="020B0609020204030204" pitchFamily="49" charset="0"/>
              </a:rPr>
              <a:t> </a:t>
            </a:r>
            <a:r>
              <a:rPr lang="en-US" dirty="0" err="1">
                <a:solidFill>
                  <a:srgbClr val="7F007F"/>
                </a:solidFill>
                <a:latin typeface="Consolas" panose="020B0609020204030204" pitchFamily="49" charset="0"/>
              </a:rPr>
              <a:t>th:if</a:t>
            </a:r>
            <a:r>
              <a:rPr lang="en-US" dirty="0">
                <a:solidFill>
                  <a:srgbClr val="000000"/>
                </a:solidFill>
                <a:latin typeface="Consolas" panose="020B0609020204030204" pitchFamily="49" charset="0"/>
              </a:rPr>
              <a:t>=</a:t>
            </a:r>
            <a:r>
              <a:rPr lang="en-US" i="1" dirty="0">
                <a:solidFill>
                  <a:srgbClr val="2A00FF"/>
                </a:solidFill>
                <a:latin typeface="Consolas" panose="020B0609020204030204" pitchFamily="49" charset="0"/>
              </a:rPr>
              <a:t>"${#</a:t>
            </a:r>
            <a:r>
              <a:rPr lang="en-US" i="1" dirty="0" err="1">
                <a:solidFill>
                  <a:srgbClr val="2A00FF"/>
                </a:solidFill>
                <a:latin typeface="Consolas" panose="020B0609020204030204" pitchFamily="49" charset="0"/>
              </a:rPr>
              <a:t>fields.hasErrors</a:t>
            </a:r>
            <a:r>
              <a:rPr lang="en-US" i="1" dirty="0">
                <a:solidFill>
                  <a:srgbClr val="2A00FF"/>
                </a:solidFill>
                <a:latin typeface="Consolas" panose="020B0609020204030204" pitchFamily="49" charset="0"/>
              </a:rPr>
              <a:t>('</a:t>
            </a:r>
            <a:r>
              <a:rPr lang="en-US" i="1" dirty="0" err="1">
                <a:solidFill>
                  <a:srgbClr val="2A00FF"/>
                </a:solidFill>
                <a:latin typeface="Consolas" panose="020B0609020204030204" pitchFamily="49" charset="0"/>
              </a:rPr>
              <a:t>ename</a:t>
            </a:r>
            <a:r>
              <a:rPr lang="en-US" i="1" dirty="0">
                <a:solidFill>
                  <a:srgbClr val="2A00FF"/>
                </a:solidFill>
                <a:latin typeface="Consolas" panose="020B0609020204030204" pitchFamily="49" charset="0"/>
              </a:rPr>
              <a:t>')}"</a:t>
            </a:r>
            <a:r>
              <a:rPr lang="en-US" dirty="0">
                <a:solidFill>
                  <a:srgbClr val="000000"/>
                </a:solidFill>
                <a:latin typeface="Consolas" panose="020B0609020204030204" pitchFamily="49" charset="0"/>
              </a:rPr>
              <a:t> </a:t>
            </a:r>
            <a:r>
              <a:rPr lang="en-US" dirty="0" err="1">
                <a:solidFill>
                  <a:srgbClr val="7F007F"/>
                </a:solidFill>
                <a:latin typeface="Consolas" panose="020B0609020204030204" pitchFamily="49" charset="0"/>
              </a:rPr>
              <a:t>th:errors</a:t>
            </a:r>
            <a:r>
              <a:rPr lang="en-US" dirty="0">
                <a:solidFill>
                  <a:srgbClr val="000000"/>
                </a:solidFill>
                <a:latin typeface="Consolas" panose="020B0609020204030204" pitchFamily="49" charset="0"/>
              </a:rPr>
              <a:t>=</a:t>
            </a:r>
            <a:r>
              <a:rPr lang="en-US" i="1" dirty="0">
                <a:solidFill>
                  <a:srgbClr val="2A00FF"/>
                </a:solidFill>
                <a:latin typeface="Consolas" panose="020B0609020204030204" pitchFamily="49" charset="0"/>
              </a:rPr>
              <a:t>"*{</a:t>
            </a:r>
            <a:r>
              <a:rPr lang="en-US" i="1" dirty="0" err="1">
                <a:solidFill>
                  <a:srgbClr val="2A00FF"/>
                </a:solidFill>
                <a:latin typeface="Consolas" panose="020B0609020204030204" pitchFamily="49" charset="0"/>
              </a:rPr>
              <a:t>ename</a:t>
            </a:r>
            <a:r>
              <a:rPr lang="en-US" i="1" dirty="0">
                <a:solidFill>
                  <a:srgbClr val="2A00FF"/>
                </a:solidFill>
                <a:latin typeface="Consolas" panose="020B0609020204030204" pitchFamily="49" charset="0"/>
              </a:rPr>
              <a:t>}"</a:t>
            </a:r>
            <a:r>
              <a:rPr lang="en-US" dirty="0">
                <a:solidFill>
                  <a:srgbClr val="000000"/>
                </a:solidFill>
                <a:latin typeface="Consolas" panose="020B0609020204030204" pitchFamily="49" charset="0"/>
              </a:rPr>
              <a:t> </a:t>
            </a:r>
            <a:r>
              <a:rPr lang="en-US" dirty="0">
                <a:solidFill>
                  <a:srgbClr val="7F007F"/>
                </a:solidFill>
                <a:latin typeface="Consolas" panose="020B0609020204030204" pitchFamily="49" charset="0"/>
              </a:rPr>
              <a:t>class</a:t>
            </a:r>
            <a:r>
              <a:rPr lang="en-US" dirty="0">
                <a:solidFill>
                  <a:srgbClr val="000000"/>
                </a:solidFill>
                <a:latin typeface="Consolas" panose="020B0609020204030204" pitchFamily="49" charset="0"/>
              </a:rPr>
              <a:t>=</a:t>
            </a:r>
            <a:r>
              <a:rPr lang="en-US" i="1" dirty="0">
                <a:solidFill>
                  <a:srgbClr val="2A00FF"/>
                </a:solidFill>
                <a:latin typeface="Consolas" panose="020B0609020204030204" pitchFamily="49" charset="0"/>
              </a:rPr>
              <a:t>"error"</a:t>
            </a:r>
            <a:r>
              <a:rPr lang="en-US" dirty="0">
                <a:solidFill>
                  <a:srgbClr val="008080"/>
                </a:solidFill>
                <a:latin typeface="Consolas" panose="020B0609020204030204" pitchFamily="49" charset="0"/>
              </a:rPr>
              <a:t>&gt;&lt;/</a:t>
            </a:r>
            <a:r>
              <a:rPr lang="en-US" dirty="0">
                <a:solidFill>
                  <a:srgbClr val="3F7F7F"/>
                </a:solidFill>
                <a:latin typeface="Consolas" panose="020B0609020204030204" pitchFamily="49" charset="0"/>
              </a:rPr>
              <a:t>span</a:t>
            </a:r>
            <a:r>
              <a:rPr lang="en-US" dirty="0">
                <a:solidFill>
                  <a:srgbClr val="008080"/>
                </a:solidFill>
                <a:latin typeface="Consolas" panose="020B0609020204030204" pitchFamily="49" charset="0"/>
              </a:rPr>
              <a:t>&gt;</a:t>
            </a:r>
            <a:endParaRPr lang="en-US" dirty="0">
              <a:solidFill>
                <a:srgbClr val="000000"/>
              </a:solidFill>
              <a:latin typeface="Consolas" panose="020B0609020204030204" pitchFamily="49" charset="0"/>
            </a:endParaRPr>
          </a:p>
          <a:p>
            <a:r>
              <a:rPr lang="en-US" dirty="0">
                <a:solidFill>
                  <a:srgbClr val="008080"/>
                </a:solidFill>
                <a:latin typeface="Consolas" panose="020B0609020204030204" pitchFamily="49" charset="0"/>
              </a:rPr>
              <a:t>&lt;</a:t>
            </a:r>
            <a:r>
              <a:rPr lang="en-US" dirty="0" err="1">
                <a:solidFill>
                  <a:srgbClr val="3F7F7F"/>
                </a:solidFill>
                <a:latin typeface="Consolas" panose="020B0609020204030204" pitchFamily="49" charset="0"/>
              </a:rPr>
              <a:t>br</a:t>
            </a:r>
            <a:r>
              <a:rPr lang="en-US" dirty="0">
                <a:solidFill>
                  <a:srgbClr val="008080"/>
                </a:solidFill>
                <a:latin typeface="Consolas" panose="020B0609020204030204" pitchFamily="49" charset="0"/>
              </a:rPr>
              <a:t>/&gt;</a:t>
            </a:r>
            <a:endParaRPr lang="en-US" dirty="0">
              <a:solidFill>
                <a:srgbClr val="000000"/>
              </a:solidFill>
              <a:latin typeface="Consolas" panose="020B0609020204030204" pitchFamily="49" charset="0"/>
            </a:endParaRPr>
          </a:p>
          <a:p>
            <a:r>
              <a:rPr lang="en-US" dirty="0">
                <a:solidFill>
                  <a:srgbClr val="008080"/>
                </a:solidFill>
                <a:latin typeface="Consolas" panose="020B0609020204030204" pitchFamily="49" charset="0"/>
              </a:rPr>
              <a:t>&lt;</a:t>
            </a:r>
            <a:r>
              <a:rPr lang="en-US" dirty="0">
                <a:solidFill>
                  <a:srgbClr val="3F7F7F"/>
                </a:solidFill>
                <a:latin typeface="Consolas" panose="020B0609020204030204" pitchFamily="49" charset="0"/>
              </a:rPr>
              <a:t>label</a:t>
            </a:r>
            <a:r>
              <a:rPr lang="en-US" dirty="0">
                <a:solidFill>
                  <a:srgbClr val="008080"/>
                </a:solidFill>
                <a:latin typeface="Consolas" panose="020B0609020204030204" pitchFamily="49" charset="0"/>
              </a:rPr>
              <a:t>&gt;</a:t>
            </a:r>
            <a:r>
              <a:rPr lang="en-US" dirty="0">
                <a:solidFill>
                  <a:srgbClr val="000000"/>
                </a:solidFill>
                <a:latin typeface="Consolas" panose="020B0609020204030204" pitchFamily="49" charset="0"/>
              </a:rPr>
              <a:t>age:</a:t>
            </a:r>
            <a:r>
              <a:rPr lang="en-US" dirty="0">
                <a:solidFill>
                  <a:srgbClr val="008080"/>
                </a:solidFill>
                <a:latin typeface="Consolas" panose="020B0609020204030204" pitchFamily="49" charset="0"/>
              </a:rPr>
              <a:t>&lt;/</a:t>
            </a:r>
            <a:r>
              <a:rPr lang="en-US" dirty="0">
                <a:solidFill>
                  <a:srgbClr val="3F7F7F"/>
                </a:solidFill>
                <a:latin typeface="Consolas" panose="020B0609020204030204" pitchFamily="49" charset="0"/>
              </a:rPr>
              <a:t>label</a:t>
            </a:r>
            <a:r>
              <a:rPr lang="en-US" dirty="0">
                <a:solidFill>
                  <a:srgbClr val="008080"/>
                </a:solidFill>
                <a:latin typeface="Consolas" panose="020B0609020204030204" pitchFamily="49" charset="0"/>
              </a:rPr>
              <a:t>&gt;</a:t>
            </a:r>
            <a:endParaRPr lang="en-US" dirty="0">
              <a:solidFill>
                <a:srgbClr val="000000"/>
              </a:solidFill>
              <a:latin typeface="Consolas" panose="020B0609020204030204" pitchFamily="49" charset="0"/>
            </a:endParaRPr>
          </a:p>
          <a:p>
            <a:r>
              <a:rPr lang="en-US" dirty="0">
                <a:solidFill>
                  <a:srgbClr val="008080"/>
                </a:solidFill>
                <a:latin typeface="Consolas" panose="020B0609020204030204" pitchFamily="49" charset="0"/>
              </a:rPr>
              <a:t>&lt;</a:t>
            </a:r>
            <a:r>
              <a:rPr lang="en-US" dirty="0">
                <a:solidFill>
                  <a:srgbClr val="3F7F7F"/>
                </a:solidFill>
                <a:latin typeface="Consolas" panose="020B0609020204030204" pitchFamily="49" charset="0"/>
              </a:rPr>
              <a:t>input</a:t>
            </a:r>
            <a:r>
              <a:rPr lang="en-US" dirty="0">
                <a:solidFill>
                  <a:srgbClr val="000000"/>
                </a:solidFill>
                <a:latin typeface="Consolas" panose="020B0609020204030204" pitchFamily="49" charset="0"/>
              </a:rPr>
              <a:t> </a:t>
            </a:r>
            <a:r>
              <a:rPr lang="en-US" dirty="0">
                <a:solidFill>
                  <a:srgbClr val="7F007F"/>
                </a:solidFill>
                <a:latin typeface="Consolas" panose="020B0609020204030204" pitchFamily="49" charset="0"/>
              </a:rPr>
              <a:t>type</a:t>
            </a:r>
            <a:r>
              <a:rPr lang="en-US" dirty="0">
                <a:solidFill>
                  <a:srgbClr val="000000"/>
                </a:solidFill>
                <a:latin typeface="Consolas" panose="020B0609020204030204" pitchFamily="49" charset="0"/>
              </a:rPr>
              <a:t>=</a:t>
            </a:r>
            <a:r>
              <a:rPr lang="en-US" i="1" dirty="0">
                <a:solidFill>
                  <a:srgbClr val="2A00FF"/>
                </a:solidFill>
                <a:latin typeface="Consolas" panose="020B0609020204030204" pitchFamily="49" charset="0"/>
              </a:rPr>
              <a:t>"text"</a:t>
            </a:r>
            <a:r>
              <a:rPr lang="en-US" dirty="0">
                <a:solidFill>
                  <a:srgbClr val="000000"/>
                </a:solidFill>
                <a:latin typeface="Consolas" panose="020B0609020204030204" pitchFamily="49" charset="0"/>
              </a:rPr>
              <a:t> </a:t>
            </a:r>
            <a:r>
              <a:rPr lang="en-US" dirty="0" err="1">
                <a:solidFill>
                  <a:srgbClr val="7F007F"/>
                </a:solidFill>
                <a:latin typeface="Consolas" panose="020B0609020204030204" pitchFamily="49" charset="0"/>
              </a:rPr>
              <a:t>th:field</a:t>
            </a:r>
            <a:r>
              <a:rPr lang="en-US" dirty="0">
                <a:solidFill>
                  <a:srgbClr val="000000"/>
                </a:solidFill>
                <a:latin typeface="Consolas" panose="020B0609020204030204" pitchFamily="49" charset="0"/>
              </a:rPr>
              <a:t>=</a:t>
            </a:r>
            <a:r>
              <a:rPr lang="en-US" i="1" dirty="0">
                <a:solidFill>
                  <a:srgbClr val="2A00FF"/>
                </a:solidFill>
                <a:latin typeface="Consolas" panose="020B0609020204030204" pitchFamily="49" charset="0"/>
              </a:rPr>
              <a:t>"*{age}"</a:t>
            </a:r>
            <a:r>
              <a:rPr lang="en-US" dirty="0">
                <a:solidFill>
                  <a:srgbClr val="008080"/>
                </a:solidFill>
                <a:latin typeface="Consolas" panose="020B0609020204030204" pitchFamily="49" charset="0"/>
              </a:rPr>
              <a:t>&gt;</a:t>
            </a:r>
            <a:endParaRPr lang="en-US" dirty="0">
              <a:solidFill>
                <a:srgbClr val="000000"/>
              </a:solidFill>
              <a:latin typeface="Consolas" panose="020B0609020204030204" pitchFamily="49" charset="0"/>
            </a:endParaRPr>
          </a:p>
          <a:p>
            <a:r>
              <a:rPr lang="en-US" dirty="0">
                <a:solidFill>
                  <a:srgbClr val="008080"/>
                </a:solidFill>
                <a:latin typeface="Consolas" panose="020B0609020204030204" pitchFamily="49" charset="0"/>
              </a:rPr>
              <a:t>&lt;</a:t>
            </a:r>
            <a:r>
              <a:rPr lang="en-US" dirty="0">
                <a:solidFill>
                  <a:srgbClr val="3F7F7F"/>
                </a:solidFill>
                <a:latin typeface="Consolas" panose="020B0609020204030204" pitchFamily="49" charset="0"/>
              </a:rPr>
              <a:t>span</a:t>
            </a:r>
            <a:r>
              <a:rPr lang="en-US" dirty="0">
                <a:solidFill>
                  <a:srgbClr val="000000"/>
                </a:solidFill>
                <a:latin typeface="Consolas" panose="020B0609020204030204" pitchFamily="49" charset="0"/>
              </a:rPr>
              <a:t> </a:t>
            </a:r>
            <a:r>
              <a:rPr lang="en-US" dirty="0" err="1">
                <a:solidFill>
                  <a:srgbClr val="7F007F"/>
                </a:solidFill>
                <a:latin typeface="Consolas" panose="020B0609020204030204" pitchFamily="49" charset="0"/>
              </a:rPr>
              <a:t>th:if</a:t>
            </a:r>
            <a:r>
              <a:rPr lang="en-US" dirty="0">
                <a:solidFill>
                  <a:srgbClr val="000000"/>
                </a:solidFill>
                <a:latin typeface="Consolas" panose="020B0609020204030204" pitchFamily="49" charset="0"/>
              </a:rPr>
              <a:t>=</a:t>
            </a:r>
            <a:r>
              <a:rPr lang="en-US" i="1" dirty="0">
                <a:solidFill>
                  <a:srgbClr val="2A00FF"/>
                </a:solidFill>
                <a:latin typeface="Consolas" panose="020B0609020204030204" pitchFamily="49" charset="0"/>
              </a:rPr>
              <a:t>"${#</a:t>
            </a:r>
            <a:r>
              <a:rPr lang="en-US" i="1" dirty="0" err="1">
                <a:solidFill>
                  <a:srgbClr val="2A00FF"/>
                </a:solidFill>
                <a:latin typeface="Consolas" panose="020B0609020204030204" pitchFamily="49" charset="0"/>
              </a:rPr>
              <a:t>fields.hasErrors</a:t>
            </a:r>
            <a:r>
              <a:rPr lang="en-US" i="1" dirty="0">
                <a:solidFill>
                  <a:srgbClr val="2A00FF"/>
                </a:solidFill>
                <a:latin typeface="Consolas" panose="020B0609020204030204" pitchFamily="49" charset="0"/>
              </a:rPr>
              <a:t>('age')}"</a:t>
            </a:r>
            <a:r>
              <a:rPr lang="en-US" dirty="0">
                <a:solidFill>
                  <a:srgbClr val="000000"/>
                </a:solidFill>
                <a:latin typeface="Consolas" panose="020B0609020204030204" pitchFamily="49" charset="0"/>
              </a:rPr>
              <a:t> </a:t>
            </a:r>
            <a:r>
              <a:rPr lang="en-US" dirty="0" err="1">
                <a:solidFill>
                  <a:srgbClr val="7F007F"/>
                </a:solidFill>
                <a:latin typeface="Consolas" panose="020B0609020204030204" pitchFamily="49" charset="0"/>
              </a:rPr>
              <a:t>th:errors</a:t>
            </a:r>
            <a:r>
              <a:rPr lang="en-US" dirty="0">
                <a:solidFill>
                  <a:srgbClr val="000000"/>
                </a:solidFill>
                <a:latin typeface="Consolas" panose="020B0609020204030204" pitchFamily="49" charset="0"/>
              </a:rPr>
              <a:t>=</a:t>
            </a:r>
            <a:r>
              <a:rPr lang="en-US" i="1" dirty="0">
                <a:solidFill>
                  <a:srgbClr val="2A00FF"/>
                </a:solidFill>
                <a:latin typeface="Consolas" panose="020B0609020204030204" pitchFamily="49" charset="0"/>
              </a:rPr>
              <a:t>"*{age}"</a:t>
            </a:r>
            <a:r>
              <a:rPr lang="en-US" dirty="0">
                <a:solidFill>
                  <a:srgbClr val="000000"/>
                </a:solidFill>
                <a:latin typeface="Consolas" panose="020B0609020204030204" pitchFamily="49" charset="0"/>
              </a:rPr>
              <a:t> </a:t>
            </a:r>
            <a:r>
              <a:rPr lang="en-US" dirty="0">
                <a:solidFill>
                  <a:srgbClr val="7F007F"/>
                </a:solidFill>
                <a:latin typeface="Consolas" panose="020B0609020204030204" pitchFamily="49" charset="0"/>
              </a:rPr>
              <a:t>class</a:t>
            </a:r>
            <a:r>
              <a:rPr lang="en-US" dirty="0">
                <a:solidFill>
                  <a:srgbClr val="000000"/>
                </a:solidFill>
                <a:latin typeface="Consolas" panose="020B0609020204030204" pitchFamily="49" charset="0"/>
              </a:rPr>
              <a:t>=</a:t>
            </a:r>
            <a:r>
              <a:rPr lang="en-US" i="1" dirty="0">
                <a:solidFill>
                  <a:srgbClr val="2A00FF"/>
                </a:solidFill>
                <a:latin typeface="Consolas" panose="020B0609020204030204" pitchFamily="49" charset="0"/>
              </a:rPr>
              <a:t>"error"</a:t>
            </a:r>
            <a:r>
              <a:rPr lang="en-US" dirty="0">
                <a:solidFill>
                  <a:srgbClr val="008080"/>
                </a:solidFill>
                <a:latin typeface="Consolas" panose="020B0609020204030204" pitchFamily="49" charset="0"/>
              </a:rPr>
              <a:t>&gt;&lt;/</a:t>
            </a:r>
            <a:r>
              <a:rPr lang="en-US" dirty="0">
                <a:solidFill>
                  <a:srgbClr val="3F7F7F"/>
                </a:solidFill>
                <a:latin typeface="Consolas" panose="020B0609020204030204" pitchFamily="49" charset="0"/>
              </a:rPr>
              <a:t>span</a:t>
            </a:r>
            <a:r>
              <a:rPr lang="en-US" dirty="0">
                <a:solidFill>
                  <a:srgbClr val="008080"/>
                </a:solidFill>
                <a:latin typeface="Consolas" panose="020B0609020204030204" pitchFamily="49" charset="0"/>
              </a:rPr>
              <a:t>&gt;</a:t>
            </a:r>
            <a:endParaRPr lang="en-US" dirty="0">
              <a:solidFill>
                <a:srgbClr val="000000"/>
              </a:solidFill>
              <a:latin typeface="Consolas" panose="020B0609020204030204" pitchFamily="49" charset="0"/>
            </a:endParaRPr>
          </a:p>
          <a:p>
            <a:r>
              <a:rPr lang="en-US" dirty="0">
                <a:solidFill>
                  <a:srgbClr val="008080"/>
                </a:solidFill>
                <a:latin typeface="Consolas" panose="020B0609020204030204" pitchFamily="49" charset="0"/>
              </a:rPr>
              <a:t>&lt;</a:t>
            </a:r>
            <a:r>
              <a:rPr lang="en-US" dirty="0" err="1">
                <a:solidFill>
                  <a:srgbClr val="3F7F7F"/>
                </a:solidFill>
                <a:latin typeface="Consolas" panose="020B0609020204030204" pitchFamily="49" charset="0"/>
              </a:rPr>
              <a:t>br</a:t>
            </a:r>
            <a:r>
              <a:rPr lang="en-US" dirty="0">
                <a:solidFill>
                  <a:srgbClr val="008080"/>
                </a:solidFill>
                <a:latin typeface="Consolas" panose="020B0609020204030204" pitchFamily="49" charset="0"/>
              </a:rPr>
              <a:t>/&gt;</a:t>
            </a:r>
            <a:endParaRPr lang="en-US" dirty="0">
              <a:solidFill>
                <a:srgbClr val="000000"/>
              </a:solidFill>
              <a:latin typeface="Consolas" panose="020B0609020204030204" pitchFamily="49" charset="0"/>
            </a:endParaRPr>
          </a:p>
          <a:p>
            <a:r>
              <a:rPr lang="en-US" dirty="0">
                <a:solidFill>
                  <a:srgbClr val="008080"/>
                </a:solidFill>
                <a:latin typeface="Consolas" panose="020B0609020204030204" pitchFamily="49" charset="0"/>
              </a:rPr>
              <a:t>&lt;</a:t>
            </a:r>
            <a:r>
              <a:rPr lang="en-US" dirty="0">
                <a:solidFill>
                  <a:srgbClr val="3F7F7F"/>
                </a:solidFill>
                <a:latin typeface="Consolas" panose="020B0609020204030204" pitchFamily="49" charset="0"/>
              </a:rPr>
              <a:t>button</a:t>
            </a:r>
            <a:r>
              <a:rPr lang="en-US" dirty="0">
                <a:solidFill>
                  <a:srgbClr val="000000"/>
                </a:solidFill>
                <a:latin typeface="Consolas" panose="020B0609020204030204" pitchFamily="49" charset="0"/>
              </a:rPr>
              <a:t> </a:t>
            </a:r>
            <a:r>
              <a:rPr lang="en-US" dirty="0">
                <a:solidFill>
                  <a:srgbClr val="7F007F"/>
                </a:solidFill>
                <a:latin typeface="Consolas" panose="020B0609020204030204" pitchFamily="49" charset="0"/>
              </a:rPr>
              <a:t>type</a:t>
            </a:r>
            <a:r>
              <a:rPr lang="en-US" dirty="0">
                <a:solidFill>
                  <a:srgbClr val="000000"/>
                </a:solidFill>
                <a:latin typeface="Consolas" panose="020B0609020204030204" pitchFamily="49" charset="0"/>
              </a:rPr>
              <a:t>=</a:t>
            </a:r>
            <a:r>
              <a:rPr lang="en-US" i="1" dirty="0">
                <a:solidFill>
                  <a:srgbClr val="2A00FF"/>
                </a:solidFill>
                <a:latin typeface="Consolas" panose="020B0609020204030204" pitchFamily="49" charset="0"/>
              </a:rPr>
              <a:t>"submit"</a:t>
            </a:r>
            <a:r>
              <a:rPr lang="en-US" dirty="0">
                <a:solidFill>
                  <a:srgbClr val="008080"/>
                </a:solidFill>
                <a:latin typeface="Consolas" panose="020B0609020204030204" pitchFamily="49" charset="0"/>
              </a:rPr>
              <a:t>&gt;</a:t>
            </a:r>
            <a:r>
              <a:rPr lang="en-US" dirty="0">
                <a:solidFill>
                  <a:srgbClr val="000000"/>
                </a:solidFill>
                <a:latin typeface="Consolas" panose="020B0609020204030204" pitchFamily="49" charset="0"/>
              </a:rPr>
              <a:t>Register</a:t>
            </a:r>
            <a:r>
              <a:rPr lang="en-US" dirty="0">
                <a:solidFill>
                  <a:srgbClr val="008080"/>
                </a:solidFill>
                <a:latin typeface="Consolas" panose="020B0609020204030204" pitchFamily="49" charset="0"/>
              </a:rPr>
              <a:t>&lt;/</a:t>
            </a:r>
            <a:r>
              <a:rPr lang="en-US" dirty="0">
                <a:solidFill>
                  <a:srgbClr val="3F7F7F"/>
                </a:solidFill>
                <a:latin typeface="Consolas" panose="020B0609020204030204" pitchFamily="49" charset="0"/>
              </a:rPr>
              <a:t>button</a:t>
            </a:r>
            <a:r>
              <a:rPr lang="en-US" dirty="0">
                <a:solidFill>
                  <a:srgbClr val="008080"/>
                </a:solidFill>
                <a:latin typeface="Consolas" panose="020B0609020204030204" pitchFamily="49" charset="0"/>
              </a:rPr>
              <a:t>&gt;</a:t>
            </a:r>
            <a:endParaRPr lang="en-US" dirty="0">
              <a:solidFill>
                <a:srgbClr val="000000"/>
              </a:solidFill>
              <a:latin typeface="Consolas" panose="020B0609020204030204" pitchFamily="49" charset="0"/>
            </a:endParaRPr>
          </a:p>
          <a:p>
            <a:r>
              <a:rPr lang="en-US" dirty="0">
                <a:solidFill>
                  <a:srgbClr val="008080"/>
                </a:solidFill>
                <a:latin typeface="Consolas" panose="020B0609020204030204" pitchFamily="49" charset="0"/>
              </a:rPr>
              <a:t>&lt;/</a:t>
            </a:r>
            <a:r>
              <a:rPr lang="en-US" dirty="0">
                <a:solidFill>
                  <a:srgbClr val="3F7F7F"/>
                </a:solidFill>
                <a:latin typeface="Consolas" panose="020B0609020204030204" pitchFamily="49" charset="0"/>
              </a:rPr>
              <a:t>form</a:t>
            </a:r>
            <a:r>
              <a:rPr lang="en-US" dirty="0">
                <a:solidFill>
                  <a:srgbClr val="008080"/>
                </a:solidFill>
                <a:latin typeface="Consolas" panose="020B0609020204030204" pitchFamily="49" charset="0"/>
              </a:rPr>
              <a:t>&gt;</a:t>
            </a:r>
            <a:endParaRPr lang="en-US" dirty="0">
              <a:solidFill>
                <a:srgbClr val="000000"/>
              </a:solidFill>
              <a:latin typeface="Consolas" panose="020B0609020204030204" pitchFamily="49" charset="0"/>
            </a:endParaRPr>
          </a:p>
        </p:txBody>
      </p:sp>
      <p:sp>
        <p:nvSpPr>
          <p:cNvPr id="6" name="Rectangle 5"/>
          <p:cNvSpPr/>
          <p:nvPr/>
        </p:nvSpPr>
        <p:spPr>
          <a:xfrm>
            <a:off x="7343648" y="1939943"/>
            <a:ext cx="6096000" cy="3139321"/>
          </a:xfrm>
          <a:prstGeom prst="rect">
            <a:avLst/>
          </a:prstGeom>
        </p:spPr>
        <p:txBody>
          <a:bodyPr>
            <a:spAutoFit/>
          </a:bodyPr>
          <a:lstStyle/>
          <a:p>
            <a:r>
              <a:rPr lang="en-US" dirty="0">
                <a:solidFill>
                  <a:srgbClr val="008080"/>
                </a:solidFill>
                <a:latin typeface="Consolas" panose="020B0609020204030204" pitchFamily="49" charset="0"/>
              </a:rPr>
              <a:t>&lt;</a:t>
            </a:r>
            <a:r>
              <a:rPr lang="en-US" dirty="0">
                <a:solidFill>
                  <a:srgbClr val="3F7F7F"/>
                </a:solidFill>
                <a:latin typeface="Consolas" panose="020B0609020204030204" pitchFamily="49" charset="0"/>
              </a:rPr>
              <a:t>body</a:t>
            </a:r>
            <a:r>
              <a:rPr lang="en-US" dirty="0">
                <a:solidFill>
                  <a:srgbClr val="008080"/>
                </a:solidFill>
                <a:latin typeface="Consolas" panose="020B0609020204030204" pitchFamily="49" charset="0"/>
              </a:rPr>
              <a:t>&gt;</a:t>
            </a:r>
            <a:endParaRPr lang="en-US" dirty="0">
              <a:solidFill>
                <a:srgbClr val="000000"/>
              </a:solidFill>
              <a:latin typeface="Consolas" panose="020B0609020204030204" pitchFamily="49" charset="0"/>
            </a:endParaRPr>
          </a:p>
          <a:p>
            <a:r>
              <a:rPr lang="en-US" dirty="0">
                <a:solidFill>
                  <a:srgbClr val="008080"/>
                </a:solidFill>
                <a:latin typeface="Consolas" panose="020B0609020204030204" pitchFamily="49" charset="0"/>
              </a:rPr>
              <a:t>&lt;</a:t>
            </a:r>
            <a:r>
              <a:rPr lang="en-US" dirty="0">
                <a:solidFill>
                  <a:srgbClr val="3F7F7F"/>
                </a:solidFill>
                <a:latin typeface="Consolas" panose="020B0609020204030204" pitchFamily="49" charset="0"/>
              </a:rPr>
              <a:t>div</a:t>
            </a:r>
            <a:r>
              <a:rPr lang="en-US" dirty="0">
                <a:solidFill>
                  <a:srgbClr val="000000"/>
                </a:solidFill>
                <a:latin typeface="Consolas" panose="020B0609020204030204" pitchFamily="49" charset="0"/>
              </a:rPr>
              <a:t> </a:t>
            </a:r>
            <a:r>
              <a:rPr lang="en-US" dirty="0">
                <a:solidFill>
                  <a:srgbClr val="7F007F"/>
                </a:solidFill>
                <a:latin typeface="Consolas" panose="020B0609020204030204" pitchFamily="49" charset="0"/>
              </a:rPr>
              <a:t>align</a:t>
            </a:r>
            <a:r>
              <a:rPr lang="en-US" dirty="0">
                <a:solidFill>
                  <a:srgbClr val="000000"/>
                </a:solidFill>
                <a:latin typeface="Consolas" panose="020B0609020204030204" pitchFamily="49" charset="0"/>
              </a:rPr>
              <a:t>=</a:t>
            </a:r>
            <a:r>
              <a:rPr lang="en-US" i="1" dirty="0">
                <a:solidFill>
                  <a:srgbClr val="2A00FF"/>
                </a:solidFill>
                <a:latin typeface="Consolas" panose="020B0609020204030204" pitchFamily="49" charset="0"/>
              </a:rPr>
              <a:t>"center"</a:t>
            </a:r>
            <a:r>
              <a:rPr lang="en-US" dirty="0">
                <a:solidFill>
                  <a:srgbClr val="008080"/>
                </a:solidFill>
                <a:latin typeface="Consolas" panose="020B0609020204030204" pitchFamily="49" charset="0"/>
              </a:rPr>
              <a:t>&gt;</a:t>
            </a:r>
            <a:endParaRPr lang="en-US" dirty="0">
              <a:solidFill>
                <a:srgbClr val="000000"/>
              </a:solidFill>
              <a:latin typeface="Consolas" panose="020B0609020204030204" pitchFamily="49" charset="0"/>
            </a:endParaRPr>
          </a:p>
          <a:p>
            <a:r>
              <a:rPr lang="en-US" dirty="0">
                <a:solidFill>
                  <a:srgbClr val="008080"/>
                </a:solidFill>
                <a:latin typeface="Consolas" panose="020B0609020204030204" pitchFamily="49" charset="0"/>
              </a:rPr>
              <a:t>&lt;</a:t>
            </a:r>
            <a:r>
              <a:rPr lang="en-US" dirty="0">
                <a:solidFill>
                  <a:srgbClr val="3F7F7F"/>
                </a:solidFill>
                <a:latin typeface="Consolas" panose="020B0609020204030204" pitchFamily="49" charset="0"/>
              </a:rPr>
              <a:t>h1</a:t>
            </a:r>
            <a:r>
              <a:rPr lang="en-US" dirty="0">
                <a:solidFill>
                  <a:srgbClr val="008080"/>
                </a:solidFill>
                <a:latin typeface="Consolas" panose="020B0609020204030204" pitchFamily="49" charset="0"/>
              </a:rPr>
              <a:t>&gt;</a:t>
            </a:r>
            <a:r>
              <a:rPr lang="en-US" dirty="0">
                <a:solidFill>
                  <a:srgbClr val="000000"/>
                </a:solidFill>
                <a:latin typeface="Consolas" panose="020B0609020204030204" pitchFamily="49" charset="0"/>
              </a:rPr>
              <a:t>Success Registration </a:t>
            </a:r>
            <a:r>
              <a:rPr lang="en-US" dirty="0">
                <a:solidFill>
                  <a:srgbClr val="008080"/>
                </a:solidFill>
                <a:latin typeface="Consolas" panose="020B0609020204030204" pitchFamily="49" charset="0"/>
              </a:rPr>
              <a:t>&lt;/</a:t>
            </a:r>
            <a:r>
              <a:rPr lang="en-US" dirty="0">
                <a:solidFill>
                  <a:srgbClr val="3F7F7F"/>
                </a:solidFill>
                <a:latin typeface="Consolas" panose="020B0609020204030204" pitchFamily="49" charset="0"/>
              </a:rPr>
              <a:t>h1</a:t>
            </a:r>
            <a:r>
              <a:rPr lang="en-US" dirty="0">
                <a:solidFill>
                  <a:srgbClr val="008080"/>
                </a:solidFill>
                <a:latin typeface="Consolas" panose="020B0609020204030204" pitchFamily="49" charset="0"/>
              </a:rPr>
              <a:t>&gt;</a:t>
            </a:r>
            <a:endParaRPr lang="en-US" dirty="0">
              <a:solidFill>
                <a:srgbClr val="000000"/>
              </a:solidFill>
              <a:latin typeface="Consolas" panose="020B0609020204030204" pitchFamily="49" charset="0"/>
            </a:endParaRPr>
          </a:p>
          <a:p>
            <a:r>
              <a:rPr lang="en-US" dirty="0">
                <a:solidFill>
                  <a:srgbClr val="008080"/>
                </a:solidFill>
                <a:latin typeface="Consolas" panose="020B0609020204030204" pitchFamily="49" charset="0"/>
              </a:rPr>
              <a:t>&lt;</a:t>
            </a:r>
            <a:r>
              <a:rPr lang="en-US" dirty="0">
                <a:solidFill>
                  <a:srgbClr val="3F7F7F"/>
                </a:solidFill>
                <a:latin typeface="Consolas" panose="020B0609020204030204" pitchFamily="49" charset="0"/>
              </a:rPr>
              <a:t>span</a:t>
            </a:r>
            <a:r>
              <a:rPr lang="en-US" dirty="0">
                <a:solidFill>
                  <a:srgbClr val="008080"/>
                </a:solidFill>
                <a:latin typeface="Consolas" panose="020B0609020204030204" pitchFamily="49" charset="0"/>
              </a:rPr>
              <a:t>&gt;</a:t>
            </a:r>
            <a:r>
              <a:rPr lang="en-US" u="sng" dirty="0" err="1">
                <a:solidFill>
                  <a:srgbClr val="000000"/>
                </a:solidFill>
                <a:latin typeface="Consolas" panose="020B0609020204030204" pitchFamily="49" charset="0"/>
              </a:rPr>
              <a:t>eno</a:t>
            </a:r>
            <a:r>
              <a:rPr lang="en-US" dirty="0">
                <a:solidFill>
                  <a:srgbClr val="000000"/>
                </a:solidFill>
                <a:latin typeface="Consolas" panose="020B0609020204030204" pitchFamily="49" charset="0"/>
              </a:rPr>
              <a:t>:</a:t>
            </a:r>
            <a:r>
              <a:rPr lang="en-US" dirty="0">
                <a:solidFill>
                  <a:srgbClr val="008080"/>
                </a:solidFill>
                <a:latin typeface="Consolas" panose="020B0609020204030204" pitchFamily="49" charset="0"/>
              </a:rPr>
              <a:t>&lt;/</a:t>
            </a:r>
            <a:r>
              <a:rPr lang="en-US" dirty="0">
                <a:solidFill>
                  <a:srgbClr val="3F7F7F"/>
                </a:solidFill>
                <a:latin typeface="Consolas" panose="020B0609020204030204" pitchFamily="49" charset="0"/>
              </a:rPr>
              <a:t>span</a:t>
            </a:r>
            <a:r>
              <a:rPr lang="en-US" dirty="0">
                <a:solidFill>
                  <a:srgbClr val="008080"/>
                </a:solidFill>
                <a:latin typeface="Consolas" panose="020B0609020204030204" pitchFamily="49" charset="0"/>
              </a:rPr>
              <a:t>&gt;&lt;</a:t>
            </a:r>
            <a:r>
              <a:rPr lang="en-US" dirty="0">
                <a:solidFill>
                  <a:srgbClr val="3F7F7F"/>
                </a:solidFill>
                <a:latin typeface="Consolas" panose="020B0609020204030204" pitchFamily="49" charset="0"/>
              </a:rPr>
              <a:t>span</a:t>
            </a:r>
            <a:r>
              <a:rPr lang="en-US" dirty="0">
                <a:solidFill>
                  <a:srgbClr val="000000"/>
                </a:solidFill>
                <a:latin typeface="Consolas" panose="020B0609020204030204" pitchFamily="49" charset="0"/>
              </a:rPr>
              <a:t> </a:t>
            </a:r>
            <a:r>
              <a:rPr lang="en-US" dirty="0" err="1">
                <a:solidFill>
                  <a:srgbClr val="7F007F"/>
                </a:solidFill>
                <a:latin typeface="Consolas" panose="020B0609020204030204" pitchFamily="49" charset="0"/>
              </a:rPr>
              <a:t>th:text</a:t>
            </a:r>
            <a:r>
              <a:rPr lang="en-US" dirty="0">
                <a:solidFill>
                  <a:srgbClr val="000000"/>
                </a:solidFill>
                <a:latin typeface="Consolas" panose="020B0609020204030204" pitchFamily="49" charset="0"/>
              </a:rPr>
              <a:t>=</a:t>
            </a:r>
            <a:r>
              <a:rPr lang="en-US" i="1" dirty="0">
                <a:solidFill>
                  <a:srgbClr val="2A00FF"/>
                </a:solidFill>
                <a:latin typeface="Consolas" panose="020B0609020204030204" pitchFamily="49" charset="0"/>
              </a:rPr>
              <a:t>"${</a:t>
            </a:r>
            <a:r>
              <a:rPr lang="en-US" i="1" dirty="0" err="1">
                <a:solidFill>
                  <a:srgbClr val="2A00FF"/>
                </a:solidFill>
                <a:latin typeface="Consolas" panose="020B0609020204030204" pitchFamily="49" charset="0"/>
              </a:rPr>
              <a:t>e.eno</a:t>
            </a:r>
            <a:r>
              <a:rPr lang="en-US" i="1" dirty="0">
                <a:solidFill>
                  <a:srgbClr val="2A00FF"/>
                </a:solidFill>
                <a:latin typeface="Consolas" panose="020B0609020204030204" pitchFamily="49" charset="0"/>
              </a:rPr>
              <a:t>}"</a:t>
            </a:r>
            <a:r>
              <a:rPr lang="en-US" dirty="0">
                <a:solidFill>
                  <a:srgbClr val="008080"/>
                </a:solidFill>
                <a:latin typeface="Consolas" panose="020B0609020204030204" pitchFamily="49" charset="0"/>
              </a:rPr>
              <a:t>&gt;&lt;/</a:t>
            </a:r>
            <a:r>
              <a:rPr lang="en-US" dirty="0">
                <a:solidFill>
                  <a:srgbClr val="3F7F7F"/>
                </a:solidFill>
                <a:latin typeface="Consolas" panose="020B0609020204030204" pitchFamily="49" charset="0"/>
              </a:rPr>
              <a:t>span</a:t>
            </a:r>
            <a:r>
              <a:rPr lang="en-US" dirty="0">
                <a:solidFill>
                  <a:srgbClr val="008080"/>
                </a:solidFill>
                <a:latin typeface="Consolas" panose="020B0609020204030204" pitchFamily="49" charset="0"/>
              </a:rPr>
              <a:t>&gt;&lt;</a:t>
            </a:r>
            <a:r>
              <a:rPr lang="en-US" dirty="0" err="1">
                <a:solidFill>
                  <a:srgbClr val="3F7F7F"/>
                </a:solidFill>
                <a:latin typeface="Consolas" panose="020B0609020204030204" pitchFamily="49" charset="0"/>
              </a:rPr>
              <a:t>br</a:t>
            </a:r>
            <a:r>
              <a:rPr lang="en-US" dirty="0">
                <a:solidFill>
                  <a:srgbClr val="008080"/>
                </a:solidFill>
                <a:latin typeface="Consolas" panose="020B0609020204030204" pitchFamily="49" charset="0"/>
              </a:rPr>
              <a:t>/&gt;</a:t>
            </a:r>
            <a:endParaRPr lang="en-US" dirty="0">
              <a:solidFill>
                <a:srgbClr val="000000"/>
              </a:solidFill>
              <a:latin typeface="Consolas" panose="020B0609020204030204" pitchFamily="49" charset="0"/>
            </a:endParaRPr>
          </a:p>
          <a:p>
            <a:r>
              <a:rPr lang="en-US" dirty="0">
                <a:solidFill>
                  <a:srgbClr val="008080"/>
                </a:solidFill>
                <a:latin typeface="Consolas" panose="020B0609020204030204" pitchFamily="49" charset="0"/>
              </a:rPr>
              <a:t>&lt;</a:t>
            </a:r>
            <a:r>
              <a:rPr lang="en-US" dirty="0">
                <a:solidFill>
                  <a:srgbClr val="3F7F7F"/>
                </a:solidFill>
                <a:latin typeface="Consolas" panose="020B0609020204030204" pitchFamily="49" charset="0"/>
              </a:rPr>
              <a:t>span</a:t>
            </a:r>
            <a:r>
              <a:rPr lang="en-US" dirty="0">
                <a:solidFill>
                  <a:srgbClr val="008080"/>
                </a:solidFill>
                <a:latin typeface="Consolas" panose="020B0609020204030204" pitchFamily="49" charset="0"/>
              </a:rPr>
              <a:t>&gt;</a:t>
            </a:r>
            <a:r>
              <a:rPr lang="en-US" u="sng" dirty="0" err="1">
                <a:solidFill>
                  <a:srgbClr val="000000"/>
                </a:solidFill>
                <a:latin typeface="Consolas" panose="020B0609020204030204" pitchFamily="49" charset="0"/>
              </a:rPr>
              <a:t>ename</a:t>
            </a:r>
            <a:r>
              <a:rPr lang="en-US" dirty="0">
                <a:solidFill>
                  <a:srgbClr val="008080"/>
                </a:solidFill>
                <a:latin typeface="Consolas" panose="020B0609020204030204" pitchFamily="49" charset="0"/>
              </a:rPr>
              <a:t>&lt;/</a:t>
            </a:r>
            <a:r>
              <a:rPr lang="en-US" dirty="0">
                <a:solidFill>
                  <a:srgbClr val="3F7F7F"/>
                </a:solidFill>
                <a:latin typeface="Consolas" panose="020B0609020204030204" pitchFamily="49" charset="0"/>
              </a:rPr>
              <a:t>span</a:t>
            </a:r>
            <a:r>
              <a:rPr lang="en-US" dirty="0">
                <a:solidFill>
                  <a:srgbClr val="008080"/>
                </a:solidFill>
                <a:latin typeface="Consolas" panose="020B0609020204030204" pitchFamily="49" charset="0"/>
              </a:rPr>
              <a:t>&gt;&lt;</a:t>
            </a:r>
            <a:r>
              <a:rPr lang="en-US" dirty="0">
                <a:solidFill>
                  <a:srgbClr val="3F7F7F"/>
                </a:solidFill>
                <a:latin typeface="Consolas" panose="020B0609020204030204" pitchFamily="49" charset="0"/>
              </a:rPr>
              <a:t>span</a:t>
            </a:r>
            <a:r>
              <a:rPr lang="en-US" dirty="0">
                <a:solidFill>
                  <a:srgbClr val="000000"/>
                </a:solidFill>
                <a:latin typeface="Consolas" panose="020B0609020204030204" pitchFamily="49" charset="0"/>
              </a:rPr>
              <a:t> </a:t>
            </a:r>
            <a:r>
              <a:rPr lang="en-US" dirty="0" err="1">
                <a:solidFill>
                  <a:srgbClr val="7F007F"/>
                </a:solidFill>
                <a:latin typeface="Consolas" panose="020B0609020204030204" pitchFamily="49" charset="0"/>
              </a:rPr>
              <a:t>th:text</a:t>
            </a:r>
            <a:r>
              <a:rPr lang="en-US" dirty="0">
                <a:solidFill>
                  <a:srgbClr val="000000"/>
                </a:solidFill>
                <a:latin typeface="Consolas" panose="020B0609020204030204" pitchFamily="49" charset="0"/>
              </a:rPr>
              <a:t>=</a:t>
            </a:r>
            <a:r>
              <a:rPr lang="en-US" i="1" dirty="0">
                <a:solidFill>
                  <a:srgbClr val="2A00FF"/>
                </a:solidFill>
                <a:latin typeface="Consolas" panose="020B0609020204030204" pitchFamily="49" charset="0"/>
              </a:rPr>
              <a:t>"${</a:t>
            </a:r>
            <a:r>
              <a:rPr lang="en-US" i="1" dirty="0" err="1">
                <a:solidFill>
                  <a:srgbClr val="2A00FF"/>
                </a:solidFill>
                <a:latin typeface="Consolas" panose="020B0609020204030204" pitchFamily="49" charset="0"/>
              </a:rPr>
              <a:t>e.ename</a:t>
            </a:r>
            <a:r>
              <a:rPr lang="en-US" i="1" dirty="0">
                <a:solidFill>
                  <a:srgbClr val="2A00FF"/>
                </a:solidFill>
                <a:latin typeface="Consolas" panose="020B0609020204030204" pitchFamily="49" charset="0"/>
              </a:rPr>
              <a:t>}"</a:t>
            </a:r>
            <a:r>
              <a:rPr lang="en-US" dirty="0">
                <a:solidFill>
                  <a:srgbClr val="008080"/>
                </a:solidFill>
                <a:latin typeface="Consolas" panose="020B0609020204030204" pitchFamily="49" charset="0"/>
              </a:rPr>
              <a:t>&gt;&lt;/</a:t>
            </a:r>
            <a:r>
              <a:rPr lang="en-US" dirty="0">
                <a:solidFill>
                  <a:srgbClr val="3F7F7F"/>
                </a:solidFill>
                <a:latin typeface="Consolas" panose="020B0609020204030204" pitchFamily="49" charset="0"/>
              </a:rPr>
              <a:t>span</a:t>
            </a:r>
            <a:r>
              <a:rPr lang="en-US" dirty="0">
                <a:solidFill>
                  <a:srgbClr val="008080"/>
                </a:solidFill>
                <a:latin typeface="Consolas" panose="020B0609020204030204" pitchFamily="49" charset="0"/>
              </a:rPr>
              <a:t>&gt;&lt;</a:t>
            </a:r>
            <a:r>
              <a:rPr lang="en-US" dirty="0" err="1">
                <a:solidFill>
                  <a:srgbClr val="3F7F7F"/>
                </a:solidFill>
                <a:latin typeface="Consolas" panose="020B0609020204030204" pitchFamily="49" charset="0"/>
              </a:rPr>
              <a:t>br</a:t>
            </a:r>
            <a:r>
              <a:rPr lang="en-US" dirty="0">
                <a:solidFill>
                  <a:srgbClr val="008080"/>
                </a:solidFill>
                <a:latin typeface="Consolas" panose="020B0609020204030204" pitchFamily="49" charset="0"/>
              </a:rPr>
              <a:t>/&gt;</a:t>
            </a:r>
            <a:endParaRPr lang="en-US" dirty="0">
              <a:solidFill>
                <a:srgbClr val="000000"/>
              </a:solidFill>
              <a:latin typeface="Consolas" panose="020B0609020204030204" pitchFamily="49" charset="0"/>
            </a:endParaRPr>
          </a:p>
          <a:p>
            <a:r>
              <a:rPr lang="en-US" dirty="0">
                <a:solidFill>
                  <a:srgbClr val="008080"/>
                </a:solidFill>
                <a:latin typeface="Consolas" panose="020B0609020204030204" pitchFamily="49" charset="0"/>
              </a:rPr>
              <a:t>&lt;</a:t>
            </a:r>
            <a:r>
              <a:rPr lang="en-US" dirty="0">
                <a:solidFill>
                  <a:srgbClr val="3F7F7F"/>
                </a:solidFill>
                <a:latin typeface="Consolas" panose="020B0609020204030204" pitchFamily="49" charset="0"/>
              </a:rPr>
              <a:t>span</a:t>
            </a:r>
            <a:r>
              <a:rPr lang="en-US" dirty="0">
                <a:solidFill>
                  <a:srgbClr val="008080"/>
                </a:solidFill>
                <a:latin typeface="Consolas" panose="020B0609020204030204" pitchFamily="49" charset="0"/>
              </a:rPr>
              <a:t>&gt;</a:t>
            </a:r>
            <a:r>
              <a:rPr lang="en-US" dirty="0">
                <a:solidFill>
                  <a:srgbClr val="000000"/>
                </a:solidFill>
                <a:latin typeface="Consolas" panose="020B0609020204030204" pitchFamily="49" charset="0"/>
              </a:rPr>
              <a:t>age:</a:t>
            </a:r>
            <a:r>
              <a:rPr lang="en-US" dirty="0">
                <a:solidFill>
                  <a:srgbClr val="008080"/>
                </a:solidFill>
                <a:latin typeface="Consolas" panose="020B0609020204030204" pitchFamily="49" charset="0"/>
              </a:rPr>
              <a:t>&lt;/</a:t>
            </a:r>
            <a:r>
              <a:rPr lang="en-US" dirty="0">
                <a:solidFill>
                  <a:srgbClr val="3F7F7F"/>
                </a:solidFill>
                <a:latin typeface="Consolas" panose="020B0609020204030204" pitchFamily="49" charset="0"/>
              </a:rPr>
              <a:t>span</a:t>
            </a:r>
            <a:r>
              <a:rPr lang="en-US" dirty="0">
                <a:solidFill>
                  <a:srgbClr val="008080"/>
                </a:solidFill>
                <a:latin typeface="Consolas" panose="020B0609020204030204" pitchFamily="49" charset="0"/>
              </a:rPr>
              <a:t>&gt;&lt;</a:t>
            </a:r>
            <a:r>
              <a:rPr lang="en-US" dirty="0">
                <a:solidFill>
                  <a:srgbClr val="3F7F7F"/>
                </a:solidFill>
                <a:latin typeface="Consolas" panose="020B0609020204030204" pitchFamily="49" charset="0"/>
              </a:rPr>
              <a:t>span</a:t>
            </a:r>
            <a:r>
              <a:rPr lang="en-US" dirty="0">
                <a:solidFill>
                  <a:srgbClr val="000000"/>
                </a:solidFill>
                <a:latin typeface="Consolas" panose="020B0609020204030204" pitchFamily="49" charset="0"/>
              </a:rPr>
              <a:t> </a:t>
            </a:r>
            <a:r>
              <a:rPr lang="en-US" dirty="0" err="1">
                <a:solidFill>
                  <a:srgbClr val="7F007F"/>
                </a:solidFill>
                <a:latin typeface="Consolas" panose="020B0609020204030204" pitchFamily="49" charset="0"/>
              </a:rPr>
              <a:t>th:text</a:t>
            </a:r>
            <a:r>
              <a:rPr lang="en-US" dirty="0">
                <a:solidFill>
                  <a:srgbClr val="000000"/>
                </a:solidFill>
                <a:latin typeface="Consolas" panose="020B0609020204030204" pitchFamily="49" charset="0"/>
              </a:rPr>
              <a:t>=</a:t>
            </a:r>
            <a:r>
              <a:rPr lang="en-US" i="1" dirty="0">
                <a:solidFill>
                  <a:srgbClr val="2A00FF"/>
                </a:solidFill>
                <a:latin typeface="Consolas" panose="020B0609020204030204" pitchFamily="49" charset="0"/>
              </a:rPr>
              <a:t>"${</a:t>
            </a:r>
            <a:r>
              <a:rPr lang="en-US" i="1" dirty="0" err="1">
                <a:solidFill>
                  <a:srgbClr val="2A00FF"/>
                </a:solidFill>
                <a:latin typeface="Consolas" panose="020B0609020204030204" pitchFamily="49" charset="0"/>
              </a:rPr>
              <a:t>e.age</a:t>
            </a:r>
            <a:r>
              <a:rPr lang="en-US" i="1" dirty="0">
                <a:solidFill>
                  <a:srgbClr val="2A00FF"/>
                </a:solidFill>
                <a:latin typeface="Consolas" panose="020B0609020204030204" pitchFamily="49" charset="0"/>
              </a:rPr>
              <a:t>}"</a:t>
            </a:r>
            <a:r>
              <a:rPr lang="en-US" dirty="0">
                <a:solidFill>
                  <a:srgbClr val="008080"/>
                </a:solidFill>
                <a:latin typeface="Consolas" panose="020B0609020204030204" pitchFamily="49" charset="0"/>
              </a:rPr>
              <a:t>&gt;&lt;/</a:t>
            </a:r>
            <a:r>
              <a:rPr lang="en-US" dirty="0">
                <a:solidFill>
                  <a:srgbClr val="3F7F7F"/>
                </a:solidFill>
                <a:latin typeface="Consolas" panose="020B0609020204030204" pitchFamily="49" charset="0"/>
              </a:rPr>
              <a:t>span</a:t>
            </a:r>
            <a:r>
              <a:rPr lang="en-US" dirty="0">
                <a:solidFill>
                  <a:srgbClr val="008080"/>
                </a:solidFill>
                <a:latin typeface="Consolas" panose="020B0609020204030204" pitchFamily="49" charset="0"/>
              </a:rPr>
              <a:t>&gt;&lt;</a:t>
            </a:r>
            <a:r>
              <a:rPr lang="en-US" dirty="0" err="1">
                <a:solidFill>
                  <a:srgbClr val="3F7F7F"/>
                </a:solidFill>
                <a:latin typeface="Consolas" panose="020B0609020204030204" pitchFamily="49" charset="0"/>
              </a:rPr>
              <a:t>br</a:t>
            </a:r>
            <a:r>
              <a:rPr lang="en-US" dirty="0">
                <a:solidFill>
                  <a:srgbClr val="008080"/>
                </a:solidFill>
                <a:latin typeface="Consolas" panose="020B0609020204030204" pitchFamily="49" charset="0"/>
              </a:rPr>
              <a:t>/&gt;</a:t>
            </a:r>
            <a:endParaRPr lang="en-US" dirty="0">
              <a:solidFill>
                <a:srgbClr val="000000"/>
              </a:solidFill>
              <a:latin typeface="Consolas" panose="020B0609020204030204" pitchFamily="49" charset="0"/>
            </a:endParaRPr>
          </a:p>
          <a:p>
            <a:r>
              <a:rPr lang="en-US" dirty="0">
                <a:solidFill>
                  <a:srgbClr val="008080"/>
                </a:solidFill>
                <a:latin typeface="Consolas" panose="020B0609020204030204" pitchFamily="49" charset="0"/>
              </a:rPr>
              <a:t>&lt;/</a:t>
            </a:r>
            <a:r>
              <a:rPr lang="en-US" dirty="0">
                <a:solidFill>
                  <a:srgbClr val="3F7F7F"/>
                </a:solidFill>
                <a:latin typeface="Consolas" panose="020B0609020204030204" pitchFamily="49" charset="0"/>
              </a:rPr>
              <a:t>div</a:t>
            </a:r>
            <a:r>
              <a:rPr lang="en-US" dirty="0">
                <a:solidFill>
                  <a:srgbClr val="008080"/>
                </a:solidFill>
                <a:latin typeface="Consolas" panose="020B0609020204030204" pitchFamily="49" charset="0"/>
              </a:rPr>
              <a:t>&gt;</a:t>
            </a:r>
            <a:endParaRPr lang="en-US" dirty="0">
              <a:solidFill>
                <a:srgbClr val="000000"/>
              </a:solidFill>
              <a:latin typeface="Consolas" panose="020B0609020204030204" pitchFamily="49" charset="0"/>
            </a:endParaRPr>
          </a:p>
          <a:p>
            <a:r>
              <a:rPr lang="en-US" dirty="0">
                <a:solidFill>
                  <a:srgbClr val="008080"/>
                </a:solidFill>
                <a:latin typeface="Consolas" panose="020B0609020204030204" pitchFamily="49" charset="0"/>
              </a:rPr>
              <a:t>&lt;/</a:t>
            </a:r>
            <a:r>
              <a:rPr lang="en-US" dirty="0">
                <a:solidFill>
                  <a:srgbClr val="3F7F7F"/>
                </a:solidFill>
                <a:latin typeface="Consolas" panose="020B0609020204030204" pitchFamily="49" charset="0"/>
              </a:rPr>
              <a:t>body</a:t>
            </a:r>
            <a:r>
              <a:rPr lang="en-US" dirty="0">
                <a:solidFill>
                  <a:srgbClr val="008080"/>
                </a:solidFill>
                <a:latin typeface="Consolas" panose="020B0609020204030204" pitchFamily="49" charset="0"/>
              </a:rPr>
              <a:t>&gt;</a:t>
            </a:r>
            <a:endParaRPr lang="en-US" dirty="0">
              <a:solidFill>
                <a:srgbClr val="000000"/>
              </a:solidFill>
              <a:latin typeface="Consolas" panose="020B0609020204030204" pitchFamily="49" charset="0"/>
            </a:endParaRPr>
          </a:p>
        </p:txBody>
      </p:sp>
    </p:spTree>
    <p:extLst>
      <p:ext uri="{BB962C8B-B14F-4D97-AF65-F5344CB8AC3E}">
        <p14:creationId xmlns:p14="http://schemas.microsoft.com/office/powerpoint/2010/main" val="4090311332"/>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CA17B3E7-0816-C9EA-10A3-7D6463FCF1B6}"/>
              </a:ext>
            </a:extLst>
          </p:cNvPr>
          <p:cNvSpPr/>
          <p:nvPr/>
        </p:nvSpPr>
        <p:spPr>
          <a:xfrm>
            <a:off x="2166938" y="0"/>
            <a:ext cx="7277100" cy="797671"/>
          </a:xfrm>
          <a:prstGeom prst="rect">
            <a:avLst/>
          </a:prstGeom>
          <a:solidFill>
            <a:srgbClr val="7395D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200" dirty="0" smtClean="0">
                <a:solidFill>
                  <a:schemeClr val="tx1"/>
                </a:solidFill>
                <a:latin typeface="Baskerville Old Face" panose="02020602080505020303" pitchFamily="18" charset="0"/>
              </a:rPr>
              <a:t>Output</a:t>
            </a:r>
            <a:endParaRPr lang="en-IN" sz="3200" dirty="0">
              <a:latin typeface="Bookman Old Style" panose="02050604050505020204" pitchFamily="18" charset="0"/>
            </a:endParaRPr>
          </a:p>
        </p:txBody>
      </p:sp>
      <p:pic>
        <p:nvPicPr>
          <p:cNvPr id="8" name="Picture 7">
            <a:extLst>
              <a:ext uri="{FF2B5EF4-FFF2-40B4-BE49-F238E27FC236}">
                <a16:creationId xmlns:a16="http://schemas.microsoft.com/office/drawing/2014/main" id="{9521783E-C584-0B64-E266-16603B17D53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172702" y="0"/>
            <a:ext cx="1881186" cy="906871"/>
          </a:xfrm>
          <a:prstGeom prst="rect">
            <a:avLst/>
          </a:prstGeom>
        </p:spPr>
      </p:pic>
      <p:pic>
        <p:nvPicPr>
          <p:cNvPr id="12" name="Picture 11">
            <a:extLst>
              <a:ext uri="{FF2B5EF4-FFF2-40B4-BE49-F238E27FC236}">
                <a16:creationId xmlns:a16="http://schemas.microsoft.com/office/drawing/2014/main" id="{D80704AD-12EF-9FAD-D8CC-E8D6E9D8A14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42900" y="63176"/>
            <a:ext cx="1095374" cy="797671"/>
          </a:xfrm>
          <a:prstGeom prst="rect">
            <a:avLst/>
          </a:prstGeom>
        </p:spPr>
      </p:pic>
      <p:pic>
        <p:nvPicPr>
          <p:cNvPr id="2" name="Picture 1"/>
          <p:cNvPicPr>
            <a:picLocks noChangeAspect="1"/>
          </p:cNvPicPr>
          <p:nvPr/>
        </p:nvPicPr>
        <p:blipFill rotWithShape="1">
          <a:blip r:embed="rId4"/>
          <a:srcRect r="16923" b="25296"/>
          <a:stretch/>
        </p:blipFill>
        <p:spPr>
          <a:xfrm>
            <a:off x="1617134" y="1723904"/>
            <a:ext cx="6400800" cy="3237563"/>
          </a:xfrm>
          <a:prstGeom prst="rect">
            <a:avLst/>
          </a:prstGeom>
        </p:spPr>
      </p:pic>
    </p:spTree>
    <p:extLst>
      <p:ext uri="{BB962C8B-B14F-4D97-AF65-F5344CB8AC3E}">
        <p14:creationId xmlns:p14="http://schemas.microsoft.com/office/powerpoint/2010/main" val="3104085057"/>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9521783E-C584-0B64-E266-16603B17D53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172702" y="0"/>
            <a:ext cx="1881186" cy="906871"/>
          </a:xfrm>
          <a:prstGeom prst="rect">
            <a:avLst/>
          </a:prstGeom>
        </p:spPr>
      </p:pic>
      <p:sp>
        <p:nvSpPr>
          <p:cNvPr id="2" name="Rectangle 1"/>
          <p:cNvSpPr/>
          <p:nvPr/>
        </p:nvSpPr>
        <p:spPr>
          <a:xfrm>
            <a:off x="4512587" y="2967335"/>
            <a:ext cx="3166829" cy="1754326"/>
          </a:xfrm>
          <a:prstGeom prst="rect">
            <a:avLst/>
          </a:prstGeom>
          <a:noFill/>
        </p:spPr>
        <p:txBody>
          <a:bodyPr wrap="none" lIns="91440" tIns="45720" rIns="91440" bIns="45720">
            <a:spAutoFit/>
          </a:bodyPr>
          <a:lstStyle/>
          <a:p>
            <a:pPr algn="ctr"/>
            <a:r>
              <a:rPr lang="en-US" sz="5400" b="1" cap="none" spc="0" dirty="0" smtClean="0">
                <a:ln w="13462">
                  <a:solidFill>
                    <a:schemeClr val="bg1"/>
                  </a:solidFill>
                  <a:prstDash val="solid"/>
                </a:ln>
                <a:solidFill>
                  <a:schemeClr val="tx1">
                    <a:lumMod val="85000"/>
                    <a:lumOff val="15000"/>
                  </a:schemeClr>
                </a:solidFill>
                <a:effectLst>
                  <a:outerShdw dist="38100" dir="2700000" algn="bl" rotWithShape="0">
                    <a:schemeClr val="accent5"/>
                  </a:outerShdw>
                </a:effectLst>
              </a:rPr>
              <a:t>Day 6 End</a:t>
            </a:r>
          </a:p>
          <a:p>
            <a:pPr algn="ctr"/>
            <a:r>
              <a:rPr lang="en-US" sz="5400" b="1" dirty="0" smtClean="0">
                <a:ln w="13462">
                  <a:solidFill>
                    <a:schemeClr val="bg1"/>
                  </a:solidFill>
                  <a:prstDash val="solid"/>
                </a:ln>
                <a:solidFill>
                  <a:schemeClr val="tx1">
                    <a:lumMod val="85000"/>
                    <a:lumOff val="15000"/>
                  </a:schemeClr>
                </a:solidFill>
                <a:effectLst>
                  <a:outerShdw dist="38100" dir="2700000" algn="bl" rotWithShape="0">
                    <a:schemeClr val="accent5"/>
                  </a:outerShdw>
                </a:effectLst>
              </a:rPr>
              <a:t>Thank you</a:t>
            </a:r>
            <a:endParaRPr lang="en-US" sz="5400" b="1" cap="none" spc="0" dirty="0">
              <a:ln w="13462">
                <a:solidFill>
                  <a:schemeClr val="bg1"/>
                </a:solidFill>
                <a:prstDash val="solid"/>
              </a:ln>
              <a:solidFill>
                <a:schemeClr val="tx1">
                  <a:lumMod val="85000"/>
                  <a:lumOff val="15000"/>
                </a:schemeClr>
              </a:solidFill>
              <a:effectLst>
                <a:outerShdw dist="38100" dir="2700000" algn="bl" rotWithShape="0">
                  <a:schemeClr val="accent5"/>
                </a:outerShdw>
              </a:effectLst>
            </a:endParaRPr>
          </a:p>
        </p:txBody>
      </p:sp>
    </p:spTree>
    <p:extLst>
      <p:ext uri="{BB962C8B-B14F-4D97-AF65-F5344CB8AC3E}">
        <p14:creationId xmlns:p14="http://schemas.microsoft.com/office/powerpoint/2010/main" val="3972605326"/>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1370</TotalTime>
  <Words>1787</Words>
  <Application>Microsoft Office PowerPoint</Application>
  <PresentationFormat>Widescreen</PresentationFormat>
  <Paragraphs>405</Paragraphs>
  <Slides>27</Slides>
  <Notes>0</Notes>
  <HiddenSlides>0</HiddenSlides>
  <MMClips>0</MMClips>
  <ScaleCrop>false</ScaleCrop>
  <HeadingPairs>
    <vt:vector size="6" baseType="variant">
      <vt:variant>
        <vt:lpstr>Fonts Used</vt:lpstr>
      </vt:variant>
      <vt:variant>
        <vt:i4>12</vt:i4>
      </vt:variant>
      <vt:variant>
        <vt:lpstr>Theme</vt:lpstr>
      </vt:variant>
      <vt:variant>
        <vt:i4>1</vt:i4>
      </vt:variant>
      <vt:variant>
        <vt:lpstr>Slide Titles</vt:lpstr>
      </vt:variant>
      <vt:variant>
        <vt:i4>27</vt:i4>
      </vt:variant>
    </vt:vector>
  </HeadingPairs>
  <TitlesOfParts>
    <vt:vector size="40" baseType="lpstr">
      <vt:lpstr>Arial</vt:lpstr>
      <vt:lpstr>Baskerville Old Face</vt:lpstr>
      <vt:lpstr>Book Antiqua</vt:lpstr>
      <vt:lpstr>Bookman Old Style</vt:lpstr>
      <vt:lpstr>Calibri</vt:lpstr>
      <vt:lpstr>Calibri Light</vt:lpstr>
      <vt:lpstr>Consolas</vt:lpstr>
      <vt:lpstr>Courier New</vt:lpstr>
      <vt:lpstr>medium-content-sans-serif-font</vt:lpstr>
      <vt:lpstr>sohne</vt:lpstr>
      <vt:lpstr>source-code-pro</vt:lpstr>
      <vt:lpstr>source-serif-pro</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nandhusri1107@outlook.com</dc:creator>
  <cp:lastModifiedBy>DELL</cp:lastModifiedBy>
  <cp:revision>62</cp:revision>
  <dcterms:created xsi:type="dcterms:W3CDTF">2025-08-10T06:18:18Z</dcterms:created>
  <dcterms:modified xsi:type="dcterms:W3CDTF">2025-09-14T17:41:19Z</dcterms:modified>
</cp:coreProperties>
</file>